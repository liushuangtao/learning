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263" r:id="rId6"/>
    <p:sldId id="287" r:id="rId7"/>
    <p:sldId id="264" r:id="rId8"/>
    <p:sldId id="265" r:id="rId9"/>
    <p:sldId id="266" r:id="rId10"/>
    <p:sldId id="267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439186" cy="1478941"/>
          </a:xfrm>
          <a:custGeom>
            <a:avLst/>
            <a:gdLst/>
            <a:ahLst/>
            <a:cxnLst/>
            <a:rect l="l" t="t" r="r" b="b"/>
            <a:pathLst>
              <a:path w="1439186" h="1478941">
                <a:moveTo>
                  <a:pt x="759754" y="0"/>
                </a:moveTo>
                <a:lnTo>
                  <a:pt x="1426753" y="0"/>
                </a:lnTo>
                <a:lnTo>
                  <a:pt x="1432433" y="37218"/>
                </a:lnTo>
                <a:cubicBezTo>
                  <a:pt x="1436899" y="81189"/>
                  <a:pt x="1439186" y="125803"/>
                  <a:pt x="1439186" y="170952"/>
                </a:cubicBezTo>
                <a:cubicBezTo>
                  <a:pt x="1439186" y="893334"/>
                  <a:pt x="853579" y="1478941"/>
                  <a:pt x="131197" y="1478941"/>
                </a:cubicBezTo>
                <a:lnTo>
                  <a:pt x="0" y="1472316"/>
                </a:lnTo>
                <a:lnTo>
                  <a:pt x="0" y="811721"/>
                </a:lnTo>
                <a:lnTo>
                  <a:pt x="131198" y="824947"/>
                </a:lnTo>
                <a:cubicBezTo>
                  <a:pt x="492389" y="824947"/>
                  <a:pt x="785193" y="532143"/>
                  <a:pt x="785193" y="170952"/>
                </a:cubicBezTo>
                <a:cubicBezTo>
                  <a:pt x="785193" y="125803"/>
                  <a:pt x="780618" y="81723"/>
                  <a:pt x="771906" y="3915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6811533" y="0"/>
            <a:ext cx="1311870" cy="655935"/>
          </a:xfrm>
          <a:custGeom>
            <a:avLst/>
            <a:gdLst/>
            <a:ahLst/>
            <a:cxnLst/>
            <a:rect l="l" t="t" r="r" b="b"/>
            <a:pathLst>
              <a:path w="1311870" h="655935">
                <a:moveTo>
                  <a:pt x="0" y="0"/>
                </a:moveTo>
                <a:lnTo>
                  <a:pt x="1311870" y="0"/>
                </a:lnTo>
                <a:cubicBezTo>
                  <a:pt x="1311870" y="362263"/>
                  <a:pt x="1018198" y="655935"/>
                  <a:pt x="655935" y="655935"/>
                </a:cubicBezTo>
                <a:cubicBezTo>
                  <a:pt x="293672" y="655935"/>
                  <a:pt x="0" y="362263"/>
                  <a:pt x="0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11217718" y="5836804"/>
            <a:ext cx="974282" cy="1021197"/>
          </a:xfrm>
          <a:custGeom>
            <a:avLst/>
            <a:gdLst/>
            <a:ahLst/>
            <a:cxnLst/>
            <a:rect l="l" t="t" r="r" b="b"/>
            <a:pathLst>
              <a:path w="974282" h="1021197">
                <a:moveTo>
                  <a:pt x="744233" y="0"/>
                </a:moveTo>
                <a:cubicBezTo>
                  <a:pt x="795612" y="0"/>
                  <a:pt x="845774" y="5207"/>
                  <a:pt x="894222" y="15120"/>
                </a:cubicBezTo>
                <a:lnTo>
                  <a:pt x="974282" y="39972"/>
                </a:lnTo>
                <a:lnTo>
                  <a:pt x="974282" y="1021197"/>
                </a:lnTo>
                <a:lnTo>
                  <a:pt x="54535" y="1021197"/>
                </a:lnTo>
                <a:lnTo>
                  <a:pt x="15120" y="894222"/>
                </a:lnTo>
                <a:cubicBezTo>
                  <a:pt x="5206" y="845775"/>
                  <a:pt x="0" y="795612"/>
                  <a:pt x="0" y="744233"/>
                </a:cubicBezTo>
                <a:cubicBezTo>
                  <a:pt x="0" y="333204"/>
                  <a:pt x="333204" y="0"/>
                  <a:pt x="744233" y="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044696" y="0"/>
            <a:ext cx="8147304" cy="2606040"/>
          </a:xfrm>
          <a:custGeom>
            <a:avLst/>
            <a:gdLst/>
            <a:ahLst/>
            <a:cxnLst/>
            <a:rect l="l" t="t" r="r" b="b"/>
            <a:pathLst>
              <a:path w="8147304" h="2935224">
                <a:moveTo>
                  <a:pt x="0" y="0"/>
                </a:moveTo>
                <a:cubicBezTo>
                  <a:pt x="294894" y="381000"/>
                  <a:pt x="710184" y="725953"/>
                  <a:pt x="1289304" y="941832"/>
                </a:cubicBezTo>
                <a:cubicBezTo>
                  <a:pt x="1868424" y="1157711"/>
                  <a:pt x="2807208" y="1088008"/>
                  <a:pt x="3474720" y="1295272"/>
                </a:cubicBezTo>
                <a:cubicBezTo>
                  <a:pt x="4142232" y="1502536"/>
                  <a:pt x="4690872" y="2024867"/>
                  <a:pt x="5294376" y="2185416"/>
                </a:cubicBezTo>
                <a:cubicBezTo>
                  <a:pt x="5897880" y="2345965"/>
                  <a:pt x="6620256" y="2133600"/>
                  <a:pt x="7095744" y="2258568"/>
                </a:cubicBezTo>
                <a:cubicBezTo>
                  <a:pt x="7571232" y="2383536"/>
                  <a:pt x="7859268" y="2659380"/>
                  <a:pt x="8147304" y="2935224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1">
            <a:off x="-12700" y="4709160"/>
            <a:ext cx="7854698" cy="2148840"/>
          </a:xfrm>
          <a:custGeom>
            <a:avLst/>
            <a:gdLst/>
            <a:ahLst/>
            <a:cxnLst/>
            <a:rect l="l" t="t" r="r" b="b"/>
            <a:pathLst>
              <a:path w="6777114" h="2884672">
                <a:moveTo>
                  <a:pt x="0" y="2884672"/>
                </a:moveTo>
                <a:cubicBezTo>
                  <a:pt x="373660" y="2494944"/>
                  <a:pt x="1372520" y="1038253"/>
                  <a:pt x="2042045" y="720176"/>
                </a:cubicBezTo>
                <a:cubicBezTo>
                  <a:pt x="2711570" y="402099"/>
                  <a:pt x="3422789" y="1087460"/>
                  <a:pt x="4017149" y="976208"/>
                </a:cubicBezTo>
                <a:cubicBezTo>
                  <a:pt x="4611509" y="864956"/>
                  <a:pt x="5167769" y="197444"/>
                  <a:pt x="5608205" y="52664"/>
                </a:cubicBezTo>
                <a:cubicBezTo>
                  <a:pt x="6048641" y="-92116"/>
                  <a:pt x="6659765" y="107528"/>
                  <a:pt x="6659765" y="107528"/>
                </a:cubicBezTo>
                <a:cubicBezTo>
                  <a:pt x="6842645" y="116672"/>
                  <a:pt x="6774065" y="112100"/>
                  <a:pt x="6705485" y="107528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1">
            <a:off x="0" y="5585788"/>
            <a:ext cx="6693408" cy="1272212"/>
          </a:xfrm>
          <a:custGeom>
            <a:avLst/>
            <a:gdLst/>
            <a:ahLst/>
            <a:cxnLst/>
            <a:rect l="l" t="t" r="r" b="b"/>
            <a:pathLst>
              <a:path w="6693408" h="1272212">
                <a:moveTo>
                  <a:pt x="0" y="1272212"/>
                </a:moveTo>
                <a:cubicBezTo>
                  <a:pt x="585978" y="990272"/>
                  <a:pt x="1171956" y="708332"/>
                  <a:pt x="1737360" y="650420"/>
                </a:cubicBezTo>
                <a:cubicBezTo>
                  <a:pt x="2302764" y="592508"/>
                  <a:pt x="2842260" y="1031420"/>
                  <a:pt x="3392424" y="924740"/>
                </a:cubicBezTo>
                <a:cubicBezTo>
                  <a:pt x="3942588" y="818060"/>
                  <a:pt x="4567428" y="141404"/>
                  <a:pt x="5038344" y="10340"/>
                </a:cubicBezTo>
                <a:cubicBezTo>
                  <a:pt x="5509260" y="-120724"/>
                  <a:pt x="6439662" y="1032944"/>
                  <a:pt x="6693408" y="1272212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3578328" y="6391632"/>
            <a:ext cx="932736" cy="466368"/>
          </a:xfrm>
          <a:custGeom>
            <a:avLst/>
            <a:gdLst/>
            <a:ahLst/>
            <a:cxnLst/>
            <a:rect l="l" t="t" r="r" b="b"/>
            <a:pathLst>
              <a:path w="932736" h="466368">
                <a:moveTo>
                  <a:pt x="466368" y="0"/>
                </a:moveTo>
                <a:cubicBezTo>
                  <a:pt x="723936" y="0"/>
                  <a:pt x="932736" y="208800"/>
                  <a:pt x="932736" y="466368"/>
                </a:cubicBezTo>
                <a:lnTo>
                  <a:pt x="0" y="466368"/>
                </a:lnTo>
                <a:cubicBezTo>
                  <a:pt x="0" y="208800"/>
                  <a:pt x="208800" y="0"/>
                  <a:pt x="466368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1740896" y="964439"/>
            <a:ext cx="451104" cy="1029003"/>
          </a:xfrm>
          <a:custGeom>
            <a:avLst/>
            <a:gdLst/>
            <a:ahLst/>
            <a:cxnLst/>
            <a:rect l="l" t="t" r="r" b="b"/>
            <a:pathLst>
              <a:path w="643128" h="1467024">
                <a:moveTo>
                  <a:pt x="643128" y="0"/>
                </a:moveTo>
                <a:lnTo>
                  <a:pt x="643128" y="377813"/>
                </a:lnTo>
                <a:lnTo>
                  <a:pt x="596514" y="392283"/>
                </a:lnTo>
                <a:cubicBezTo>
                  <a:pt x="463596" y="448502"/>
                  <a:pt x="370332" y="580115"/>
                  <a:pt x="370332" y="733512"/>
                </a:cubicBezTo>
                <a:cubicBezTo>
                  <a:pt x="370332" y="886909"/>
                  <a:pt x="463596" y="1018522"/>
                  <a:pt x="596514" y="1074742"/>
                </a:cubicBezTo>
                <a:lnTo>
                  <a:pt x="643128" y="1089212"/>
                </a:lnTo>
                <a:lnTo>
                  <a:pt x="643128" y="1467024"/>
                </a:lnTo>
                <a:lnTo>
                  <a:pt x="591395" y="1459129"/>
                </a:lnTo>
                <a:cubicBezTo>
                  <a:pt x="253887" y="1390064"/>
                  <a:pt x="0" y="1091437"/>
                  <a:pt x="0" y="733512"/>
                </a:cubicBezTo>
                <a:cubicBezTo>
                  <a:pt x="0" y="375587"/>
                  <a:pt x="253887" y="76960"/>
                  <a:pt x="591395" y="7896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6017111" y="803737"/>
            <a:ext cx="6325964" cy="589385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1154" t="4176" r="3268" b="3562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896112" cy="920866"/>
          </a:xfrm>
          <a:custGeom>
            <a:avLst/>
            <a:gdLst/>
            <a:ahLst/>
            <a:cxnLst/>
            <a:rect l="l" t="t" r="r" b="b"/>
            <a:pathLst>
              <a:path w="1439186" h="1478941">
                <a:moveTo>
                  <a:pt x="759754" y="0"/>
                </a:moveTo>
                <a:lnTo>
                  <a:pt x="1426753" y="0"/>
                </a:lnTo>
                <a:lnTo>
                  <a:pt x="1432433" y="37218"/>
                </a:lnTo>
                <a:cubicBezTo>
                  <a:pt x="1436899" y="81189"/>
                  <a:pt x="1439186" y="125803"/>
                  <a:pt x="1439186" y="170952"/>
                </a:cubicBezTo>
                <a:cubicBezTo>
                  <a:pt x="1439186" y="893334"/>
                  <a:pt x="853579" y="1478941"/>
                  <a:pt x="131197" y="1478941"/>
                </a:cubicBezTo>
                <a:lnTo>
                  <a:pt x="0" y="1472316"/>
                </a:lnTo>
                <a:lnTo>
                  <a:pt x="0" y="811721"/>
                </a:lnTo>
                <a:lnTo>
                  <a:pt x="131198" y="824947"/>
                </a:lnTo>
                <a:cubicBezTo>
                  <a:pt x="492389" y="824947"/>
                  <a:pt x="785193" y="532143"/>
                  <a:pt x="785193" y="170952"/>
                </a:cubicBezTo>
                <a:cubicBezTo>
                  <a:pt x="785193" y="125803"/>
                  <a:pt x="780618" y="81723"/>
                  <a:pt x="771906" y="3915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11398122" y="6025896"/>
            <a:ext cx="793877" cy="832105"/>
          </a:xfrm>
          <a:custGeom>
            <a:avLst/>
            <a:gdLst/>
            <a:ahLst/>
            <a:cxnLst/>
            <a:rect l="l" t="t" r="r" b="b"/>
            <a:pathLst>
              <a:path w="974282" h="1021197">
                <a:moveTo>
                  <a:pt x="744233" y="0"/>
                </a:moveTo>
                <a:cubicBezTo>
                  <a:pt x="795612" y="0"/>
                  <a:pt x="845774" y="5207"/>
                  <a:pt x="894222" y="15120"/>
                </a:cubicBezTo>
                <a:lnTo>
                  <a:pt x="974282" y="39972"/>
                </a:lnTo>
                <a:lnTo>
                  <a:pt x="974282" y="1021197"/>
                </a:lnTo>
                <a:lnTo>
                  <a:pt x="54535" y="1021197"/>
                </a:lnTo>
                <a:lnTo>
                  <a:pt x="15120" y="894222"/>
                </a:lnTo>
                <a:cubicBezTo>
                  <a:pt x="5206" y="845775"/>
                  <a:pt x="0" y="795612"/>
                  <a:pt x="0" y="744233"/>
                </a:cubicBezTo>
                <a:cubicBezTo>
                  <a:pt x="0" y="333204"/>
                  <a:pt x="333204" y="0"/>
                  <a:pt x="744233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439186" cy="1478941"/>
          </a:xfrm>
          <a:custGeom>
            <a:avLst/>
            <a:gdLst/>
            <a:ahLst/>
            <a:cxnLst/>
            <a:rect l="l" t="t" r="r" b="b"/>
            <a:pathLst>
              <a:path w="1439186" h="1478941">
                <a:moveTo>
                  <a:pt x="759754" y="0"/>
                </a:moveTo>
                <a:lnTo>
                  <a:pt x="1426753" y="0"/>
                </a:lnTo>
                <a:lnTo>
                  <a:pt x="1432433" y="37218"/>
                </a:lnTo>
                <a:cubicBezTo>
                  <a:pt x="1436899" y="81189"/>
                  <a:pt x="1439186" y="125803"/>
                  <a:pt x="1439186" y="170952"/>
                </a:cubicBezTo>
                <a:cubicBezTo>
                  <a:pt x="1439186" y="893334"/>
                  <a:pt x="853579" y="1478941"/>
                  <a:pt x="131197" y="1478941"/>
                </a:cubicBezTo>
                <a:lnTo>
                  <a:pt x="0" y="1472316"/>
                </a:lnTo>
                <a:lnTo>
                  <a:pt x="0" y="811721"/>
                </a:lnTo>
                <a:lnTo>
                  <a:pt x="131198" y="824947"/>
                </a:lnTo>
                <a:cubicBezTo>
                  <a:pt x="492389" y="824947"/>
                  <a:pt x="785193" y="532143"/>
                  <a:pt x="785193" y="170952"/>
                </a:cubicBezTo>
                <a:cubicBezTo>
                  <a:pt x="785193" y="125803"/>
                  <a:pt x="780618" y="81723"/>
                  <a:pt x="771906" y="3915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6811533" y="0"/>
            <a:ext cx="1311870" cy="655935"/>
          </a:xfrm>
          <a:custGeom>
            <a:avLst/>
            <a:gdLst/>
            <a:ahLst/>
            <a:cxnLst/>
            <a:rect l="l" t="t" r="r" b="b"/>
            <a:pathLst>
              <a:path w="1311870" h="655935">
                <a:moveTo>
                  <a:pt x="0" y="0"/>
                </a:moveTo>
                <a:lnTo>
                  <a:pt x="1311870" y="0"/>
                </a:lnTo>
                <a:cubicBezTo>
                  <a:pt x="1311870" y="362263"/>
                  <a:pt x="1018198" y="655935"/>
                  <a:pt x="655935" y="655935"/>
                </a:cubicBezTo>
                <a:cubicBezTo>
                  <a:pt x="293672" y="655935"/>
                  <a:pt x="0" y="362263"/>
                  <a:pt x="0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11217718" y="5836804"/>
            <a:ext cx="974282" cy="1021197"/>
          </a:xfrm>
          <a:custGeom>
            <a:avLst/>
            <a:gdLst/>
            <a:ahLst/>
            <a:cxnLst/>
            <a:rect l="l" t="t" r="r" b="b"/>
            <a:pathLst>
              <a:path w="974282" h="1021197">
                <a:moveTo>
                  <a:pt x="744233" y="0"/>
                </a:moveTo>
                <a:cubicBezTo>
                  <a:pt x="795612" y="0"/>
                  <a:pt x="845774" y="5207"/>
                  <a:pt x="894222" y="15120"/>
                </a:cubicBezTo>
                <a:lnTo>
                  <a:pt x="974282" y="39972"/>
                </a:lnTo>
                <a:lnTo>
                  <a:pt x="974282" y="1021197"/>
                </a:lnTo>
                <a:lnTo>
                  <a:pt x="54535" y="1021197"/>
                </a:lnTo>
                <a:lnTo>
                  <a:pt x="15120" y="894222"/>
                </a:lnTo>
                <a:cubicBezTo>
                  <a:pt x="5206" y="845775"/>
                  <a:pt x="0" y="795612"/>
                  <a:pt x="0" y="744233"/>
                </a:cubicBezTo>
                <a:cubicBezTo>
                  <a:pt x="0" y="333204"/>
                  <a:pt x="333204" y="0"/>
                  <a:pt x="744233" y="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044696" y="0"/>
            <a:ext cx="8147304" cy="2606040"/>
          </a:xfrm>
          <a:custGeom>
            <a:avLst/>
            <a:gdLst/>
            <a:ahLst/>
            <a:cxnLst/>
            <a:rect l="l" t="t" r="r" b="b"/>
            <a:pathLst>
              <a:path w="8147304" h="2935224">
                <a:moveTo>
                  <a:pt x="0" y="0"/>
                </a:moveTo>
                <a:cubicBezTo>
                  <a:pt x="294894" y="381000"/>
                  <a:pt x="710184" y="725953"/>
                  <a:pt x="1289304" y="941832"/>
                </a:cubicBezTo>
                <a:cubicBezTo>
                  <a:pt x="1868424" y="1157711"/>
                  <a:pt x="2807208" y="1088008"/>
                  <a:pt x="3474720" y="1295272"/>
                </a:cubicBezTo>
                <a:cubicBezTo>
                  <a:pt x="4142232" y="1502536"/>
                  <a:pt x="4690872" y="2024867"/>
                  <a:pt x="5294376" y="2185416"/>
                </a:cubicBezTo>
                <a:cubicBezTo>
                  <a:pt x="5897880" y="2345965"/>
                  <a:pt x="6620256" y="2133600"/>
                  <a:pt x="7095744" y="2258568"/>
                </a:cubicBezTo>
                <a:cubicBezTo>
                  <a:pt x="7571232" y="2383536"/>
                  <a:pt x="7859268" y="2659380"/>
                  <a:pt x="8147304" y="2935224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1">
            <a:off x="-12700" y="4709160"/>
            <a:ext cx="7854698" cy="2148840"/>
          </a:xfrm>
          <a:custGeom>
            <a:avLst/>
            <a:gdLst/>
            <a:ahLst/>
            <a:cxnLst/>
            <a:rect l="l" t="t" r="r" b="b"/>
            <a:pathLst>
              <a:path w="6777114" h="2884672">
                <a:moveTo>
                  <a:pt x="0" y="2884672"/>
                </a:moveTo>
                <a:cubicBezTo>
                  <a:pt x="373660" y="2494944"/>
                  <a:pt x="1372520" y="1038253"/>
                  <a:pt x="2042045" y="720176"/>
                </a:cubicBezTo>
                <a:cubicBezTo>
                  <a:pt x="2711570" y="402099"/>
                  <a:pt x="3422789" y="1087460"/>
                  <a:pt x="4017149" y="976208"/>
                </a:cubicBezTo>
                <a:cubicBezTo>
                  <a:pt x="4611509" y="864956"/>
                  <a:pt x="5167769" y="197444"/>
                  <a:pt x="5608205" y="52664"/>
                </a:cubicBezTo>
                <a:cubicBezTo>
                  <a:pt x="6048641" y="-92116"/>
                  <a:pt x="6659765" y="107528"/>
                  <a:pt x="6659765" y="107528"/>
                </a:cubicBezTo>
                <a:cubicBezTo>
                  <a:pt x="6842645" y="116672"/>
                  <a:pt x="6774065" y="112100"/>
                  <a:pt x="6705485" y="107528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1">
            <a:off x="0" y="5585788"/>
            <a:ext cx="6693408" cy="1272212"/>
          </a:xfrm>
          <a:custGeom>
            <a:avLst/>
            <a:gdLst/>
            <a:ahLst/>
            <a:cxnLst/>
            <a:rect l="l" t="t" r="r" b="b"/>
            <a:pathLst>
              <a:path w="6693408" h="1272212">
                <a:moveTo>
                  <a:pt x="0" y="1272212"/>
                </a:moveTo>
                <a:cubicBezTo>
                  <a:pt x="585978" y="990272"/>
                  <a:pt x="1171956" y="708332"/>
                  <a:pt x="1737360" y="650420"/>
                </a:cubicBezTo>
                <a:cubicBezTo>
                  <a:pt x="2302764" y="592508"/>
                  <a:pt x="2842260" y="1031420"/>
                  <a:pt x="3392424" y="924740"/>
                </a:cubicBezTo>
                <a:cubicBezTo>
                  <a:pt x="3942588" y="818060"/>
                  <a:pt x="4567428" y="141404"/>
                  <a:pt x="5038344" y="10340"/>
                </a:cubicBezTo>
                <a:cubicBezTo>
                  <a:pt x="5509260" y="-120724"/>
                  <a:pt x="6439662" y="1032944"/>
                  <a:pt x="6693408" y="1272212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3578328" y="6391632"/>
            <a:ext cx="932736" cy="466368"/>
          </a:xfrm>
          <a:custGeom>
            <a:avLst/>
            <a:gdLst/>
            <a:ahLst/>
            <a:cxnLst/>
            <a:rect l="l" t="t" r="r" b="b"/>
            <a:pathLst>
              <a:path w="932736" h="466368">
                <a:moveTo>
                  <a:pt x="466368" y="0"/>
                </a:moveTo>
                <a:cubicBezTo>
                  <a:pt x="723936" y="0"/>
                  <a:pt x="932736" y="208800"/>
                  <a:pt x="932736" y="466368"/>
                </a:cubicBezTo>
                <a:lnTo>
                  <a:pt x="0" y="466368"/>
                </a:lnTo>
                <a:cubicBezTo>
                  <a:pt x="0" y="208800"/>
                  <a:pt x="208800" y="0"/>
                  <a:pt x="466368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1548872" y="1218415"/>
            <a:ext cx="643128" cy="1467024"/>
          </a:xfrm>
          <a:custGeom>
            <a:avLst/>
            <a:gdLst/>
            <a:ahLst/>
            <a:cxnLst/>
            <a:rect l="l" t="t" r="r" b="b"/>
            <a:pathLst>
              <a:path w="643128" h="1467024">
                <a:moveTo>
                  <a:pt x="643128" y="0"/>
                </a:moveTo>
                <a:lnTo>
                  <a:pt x="643128" y="377813"/>
                </a:lnTo>
                <a:lnTo>
                  <a:pt x="596514" y="392283"/>
                </a:lnTo>
                <a:cubicBezTo>
                  <a:pt x="463596" y="448502"/>
                  <a:pt x="370332" y="580115"/>
                  <a:pt x="370332" y="733512"/>
                </a:cubicBezTo>
                <a:cubicBezTo>
                  <a:pt x="370332" y="886909"/>
                  <a:pt x="463596" y="1018522"/>
                  <a:pt x="596514" y="1074742"/>
                </a:cubicBezTo>
                <a:lnTo>
                  <a:pt x="643128" y="1089212"/>
                </a:lnTo>
                <a:lnTo>
                  <a:pt x="643128" y="1467024"/>
                </a:lnTo>
                <a:lnTo>
                  <a:pt x="591395" y="1459129"/>
                </a:lnTo>
                <a:cubicBezTo>
                  <a:pt x="253887" y="1390064"/>
                  <a:pt x="0" y="1091437"/>
                  <a:pt x="0" y="733512"/>
                </a:cubicBezTo>
                <a:cubicBezTo>
                  <a:pt x="0" y="375587"/>
                  <a:pt x="253887" y="76960"/>
                  <a:pt x="591395" y="7896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6414387" y="1118469"/>
            <a:ext cx="5091559" cy="5297721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1637" t="1675" r="2492" b="984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896112" cy="920866"/>
          </a:xfrm>
          <a:custGeom>
            <a:avLst/>
            <a:gdLst/>
            <a:ahLst/>
            <a:cxnLst/>
            <a:rect l="l" t="t" r="r" b="b"/>
            <a:pathLst>
              <a:path w="1439186" h="1478941">
                <a:moveTo>
                  <a:pt x="759754" y="0"/>
                </a:moveTo>
                <a:lnTo>
                  <a:pt x="1426753" y="0"/>
                </a:lnTo>
                <a:lnTo>
                  <a:pt x="1432433" y="37218"/>
                </a:lnTo>
                <a:cubicBezTo>
                  <a:pt x="1436899" y="81189"/>
                  <a:pt x="1439186" y="125803"/>
                  <a:pt x="1439186" y="170952"/>
                </a:cubicBezTo>
                <a:cubicBezTo>
                  <a:pt x="1439186" y="893334"/>
                  <a:pt x="853579" y="1478941"/>
                  <a:pt x="131197" y="1478941"/>
                </a:cubicBezTo>
                <a:lnTo>
                  <a:pt x="0" y="1472316"/>
                </a:lnTo>
                <a:lnTo>
                  <a:pt x="0" y="811721"/>
                </a:lnTo>
                <a:lnTo>
                  <a:pt x="131198" y="824947"/>
                </a:lnTo>
                <a:cubicBezTo>
                  <a:pt x="492389" y="824947"/>
                  <a:pt x="785193" y="532143"/>
                  <a:pt x="785193" y="170952"/>
                </a:cubicBezTo>
                <a:cubicBezTo>
                  <a:pt x="785193" y="125803"/>
                  <a:pt x="780618" y="81723"/>
                  <a:pt x="771906" y="3915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11398122" y="6025896"/>
            <a:ext cx="793877" cy="832105"/>
          </a:xfrm>
          <a:custGeom>
            <a:avLst/>
            <a:gdLst/>
            <a:ahLst/>
            <a:cxnLst/>
            <a:rect l="l" t="t" r="r" b="b"/>
            <a:pathLst>
              <a:path w="974282" h="1021197">
                <a:moveTo>
                  <a:pt x="744233" y="0"/>
                </a:moveTo>
                <a:cubicBezTo>
                  <a:pt x="795612" y="0"/>
                  <a:pt x="845774" y="5207"/>
                  <a:pt x="894222" y="15120"/>
                </a:cubicBezTo>
                <a:lnTo>
                  <a:pt x="974282" y="39972"/>
                </a:lnTo>
                <a:lnTo>
                  <a:pt x="974282" y="1021197"/>
                </a:lnTo>
                <a:lnTo>
                  <a:pt x="54535" y="1021197"/>
                </a:lnTo>
                <a:lnTo>
                  <a:pt x="15120" y="894222"/>
                </a:lnTo>
                <a:cubicBezTo>
                  <a:pt x="5206" y="845775"/>
                  <a:pt x="0" y="795612"/>
                  <a:pt x="0" y="744233"/>
                </a:cubicBezTo>
                <a:cubicBezTo>
                  <a:pt x="0" y="333204"/>
                  <a:pt x="333204" y="0"/>
                  <a:pt x="744233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-1270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1">
            <a:off x="10752813" y="0"/>
            <a:ext cx="1439186" cy="1478941"/>
          </a:xfrm>
          <a:custGeom>
            <a:avLst/>
            <a:gdLst/>
            <a:ahLst/>
            <a:cxnLst/>
            <a:rect l="l" t="t" r="r" b="b"/>
            <a:pathLst>
              <a:path w="1439186" h="1478941">
                <a:moveTo>
                  <a:pt x="759754" y="0"/>
                </a:moveTo>
                <a:lnTo>
                  <a:pt x="1426753" y="0"/>
                </a:lnTo>
                <a:lnTo>
                  <a:pt x="1432433" y="37218"/>
                </a:lnTo>
                <a:cubicBezTo>
                  <a:pt x="1436899" y="81189"/>
                  <a:pt x="1439186" y="125803"/>
                  <a:pt x="1439186" y="170952"/>
                </a:cubicBezTo>
                <a:cubicBezTo>
                  <a:pt x="1439186" y="893334"/>
                  <a:pt x="853579" y="1478941"/>
                  <a:pt x="131197" y="1478941"/>
                </a:cubicBezTo>
                <a:lnTo>
                  <a:pt x="0" y="1472316"/>
                </a:lnTo>
                <a:lnTo>
                  <a:pt x="0" y="811721"/>
                </a:lnTo>
                <a:lnTo>
                  <a:pt x="131198" y="824947"/>
                </a:lnTo>
                <a:cubicBezTo>
                  <a:pt x="492389" y="824947"/>
                  <a:pt x="785193" y="532143"/>
                  <a:pt x="785193" y="170952"/>
                </a:cubicBezTo>
                <a:cubicBezTo>
                  <a:pt x="785193" y="125803"/>
                  <a:pt x="780618" y="81723"/>
                  <a:pt x="771906" y="3915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 flipH="1">
            <a:off x="4068596" y="0"/>
            <a:ext cx="1311870" cy="655935"/>
          </a:xfrm>
          <a:custGeom>
            <a:avLst/>
            <a:gdLst/>
            <a:ahLst/>
            <a:cxnLst/>
            <a:rect l="l" t="t" r="r" b="b"/>
            <a:pathLst>
              <a:path w="1311870" h="655935">
                <a:moveTo>
                  <a:pt x="0" y="0"/>
                </a:moveTo>
                <a:lnTo>
                  <a:pt x="1311870" y="0"/>
                </a:lnTo>
                <a:cubicBezTo>
                  <a:pt x="1311870" y="362263"/>
                  <a:pt x="1018198" y="655935"/>
                  <a:pt x="655935" y="655935"/>
                </a:cubicBezTo>
                <a:cubicBezTo>
                  <a:pt x="293672" y="655935"/>
                  <a:pt x="0" y="362263"/>
                  <a:pt x="0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 flipH="1">
            <a:off x="-12700" y="0"/>
            <a:ext cx="8147304" cy="2606040"/>
          </a:xfrm>
          <a:custGeom>
            <a:avLst/>
            <a:gdLst/>
            <a:ahLst/>
            <a:cxnLst/>
            <a:rect l="l" t="t" r="r" b="b"/>
            <a:pathLst>
              <a:path w="8147304" h="2935224">
                <a:moveTo>
                  <a:pt x="0" y="0"/>
                </a:moveTo>
                <a:cubicBezTo>
                  <a:pt x="294894" y="381000"/>
                  <a:pt x="710184" y="725953"/>
                  <a:pt x="1289304" y="941832"/>
                </a:cubicBezTo>
                <a:cubicBezTo>
                  <a:pt x="1868424" y="1157711"/>
                  <a:pt x="2807208" y="1088008"/>
                  <a:pt x="3474720" y="1295272"/>
                </a:cubicBezTo>
                <a:cubicBezTo>
                  <a:pt x="4142232" y="1502536"/>
                  <a:pt x="4690872" y="2024867"/>
                  <a:pt x="5294376" y="2185416"/>
                </a:cubicBezTo>
                <a:cubicBezTo>
                  <a:pt x="5897880" y="2345965"/>
                  <a:pt x="6620256" y="2133600"/>
                  <a:pt x="7095744" y="2258568"/>
                </a:cubicBezTo>
                <a:cubicBezTo>
                  <a:pt x="7571232" y="2383536"/>
                  <a:pt x="7859268" y="2659380"/>
                  <a:pt x="8147304" y="2935224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337302" y="4709160"/>
            <a:ext cx="7854698" cy="2148840"/>
          </a:xfrm>
          <a:custGeom>
            <a:avLst/>
            <a:gdLst/>
            <a:ahLst/>
            <a:cxnLst/>
            <a:rect l="l" t="t" r="r" b="b"/>
            <a:pathLst>
              <a:path w="6777114" h="2884672">
                <a:moveTo>
                  <a:pt x="0" y="2884672"/>
                </a:moveTo>
                <a:cubicBezTo>
                  <a:pt x="373660" y="2494944"/>
                  <a:pt x="1372520" y="1038253"/>
                  <a:pt x="2042045" y="720176"/>
                </a:cubicBezTo>
                <a:cubicBezTo>
                  <a:pt x="2711570" y="402099"/>
                  <a:pt x="3422789" y="1087460"/>
                  <a:pt x="4017149" y="976208"/>
                </a:cubicBezTo>
                <a:cubicBezTo>
                  <a:pt x="4611509" y="864956"/>
                  <a:pt x="5167769" y="197444"/>
                  <a:pt x="5608205" y="52664"/>
                </a:cubicBezTo>
                <a:cubicBezTo>
                  <a:pt x="6048641" y="-92116"/>
                  <a:pt x="6659765" y="107528"/>
                  <a:pt x="6659765" y="107528"/>
                </a:cubicBezTo>
                <a:cubicBezTo>
                  <a:pt x="6842645" y="116672"/>
                  <a:pt x="6774065" y="112100"/>
                  <a:pt x="6705485" y="107528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5498591" y="5585788"/>
            <a:ext cx="6693408" cy="1272212"/>
          </a:xfrm>
          <a:custGeom>
            <a:avLst/>
            <a:gdLst/>
            <a:ahLst/>
            <a:cxnLst/>
            <a:rect l="l" t="t" r="r" b="b"/>
            <a:pathLst>
              <a:path w="6693408" h="1272212">
                <a:moveTo>
                  <a:pt x="0" y="1272212"/>
                </a:moveTo>
                <a:cubicBezTo>
                  <a:pt x="585978" y="990272"/>
                  <a:pt x="1171956" y="708332"/>
                  <a:pt x="1737360" y="650420"/>
                </a:cubicBezTo>
                <a:cubicBezTo>
                  <a:pt x="2302764" y="592508"/>
                  <a:pt x="2842260" y="1031420"/>
                  <a:pt x="3392424" y="924740"/>
                </a:cubicBezTo>
                <a:cubicBezTo>
                  <a:pt x="3942588" y="818060"/>
                  <a:pt x="4567428" y="141404"/>
                  <a:pt x="5038344" y="10340"/>
                </a:cubicBezTo>
                <a:cubicBezTo>
                  <a:pt x="5509260" y="-120724"/>
                  <a:pt x="6439662" y="1032944"/>
                  <a:pt x="6693408" y="1272212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1">
            <a:off x="2662164" y="6391632"/>
            <a:ext cx="932736" cy="466368"/>
          </a:xfrm>
          <a:custGeom>
            <a:avLst/>
            <a:gdLst/>
            <a:ahLst/>
            <a:cxnLst/>
            <a:rect l="l" t="t" r="r" b="b"/>
            <a:pathLst>
              <a:path w="932736" h="466368">
                <a:moveTo>
                  <a:pt x="466368" y="0"/>
                </a:moveTo>
                <a:cubicBezTo>
                  <a:pt x="723936" y="0"/>
                  <a:pt x="932736" y="208800"/>
                  <a:pt x="932736" y="466368"/>
                </a:cubicBezTo>
                <a:lnTo>
                  <a:pt x="0" y="466368"/>
                </a:lnTo>
                <a:cubicBezTo>
                  <a:pt x="0" y="208800"/>
                  <a:pt x="208800" y="0"/>
                  <a:pt x="466368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1">
            <a:off x="-12700" y="1218415"/>
            <a:ext cx="643128" cy="1467024"/>
          </a:xfrm>
          <a:custGeom>
            <a:avLst/>
            <a:gdLst/>
            <a:ahLst/>
            <a:cxnLst/>
            <a:rect l="l" t="t" r="r" b="b"/>
            <a:pathLst>
              <a:path w="643128" h="1467024">
                <a:moveTo>
                  <a:pt x="643128" y="0"/>
                </a:moveTo>
                <a:lnTo>
                  <a:pt x="643128" y="377813"/>
                </a:lnTo>
                <a:lnTo>
                  <a:pt x="596514" y="392283"/>
                </a:lnTo>
                <a:cubicBezTo>
                  <a:pt x="463596" y="448502"/>
                  <a:pt x="370332" y="580115"/>
                  <a:pt x="370332" y="733512"/>
                </a:cubicBezTo>
                <a:cubicBezTo>
                  <a:pt x="370332" y="886909"/>
                  <a:pt x="463596" y="1018522"/>
                  <a:pt x="596514" y="1074742"/>
                </a:cubicBezTo>
                <a:lnTo>
                  <a:pt x="643128" y="1089212"/>
                </a:lnTo>
                <a:lnTo>
                  <a:pt x="643128" y="1467024"/>
                </a:lnTo>
                <a:lnTo>
                  <a:pt x="591395" y="1459129"/>
                </a:lnTo>
                <a:cubicBezTo>
                  <a:pt x="253887" y="1390064"/>
                  <a:pt x="0" y="1091437"/>
                  <a:pt x="0" y="733512"/>
                </a:cubicBezTo>
                <a:cubicBezTo>
                  <a:pt x="0" y="375587"/>
                  <a:pt x="253887" y="76960"/>
                  <a:pt x="591395" y="7896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1217718" y="5836803"/>
            <a:ext cx="974282" cy="1021197"/>
          </a:xfrm>
          <a:custGeom>
            <a:avLst/>
            <a:gdLst/>
            <a:ahLst/>
            <a:cxnLst/>
            <a:rect l="l" t="t" r="r" b="b"/>
            <a:pathLst>
              <a:path w="974282" h="1021197">
                <a:moveTo>
                  <a:pt x="744233" y="0"/>
                </a:moveTo>
                <a:cubicBezTo>
                  <a:pt x="795612" y="0"/>
                  <a:pt x="845774" y="5207"/>
                  <a:pt x="894222" y="15120"/>
                </a:cubicBezTo>
                <a:lnTo>
                  <a:pt x="974282" y="39972"/>
                </a:lnTo>
                <a:lnTo>
                  <a:pt x="974282" y="1021197"/>
                </a:lnTo>
                <a:lnTo>
                  <a:pt x="54535" y="1021197"/>
                </a:lnTo>
                <a:lnTo>
                  <a:pt x="15120" y="894222"/>
                </a:lnTo>
                <a:cubicBezTo>
                  <a:pt x="5206" y="845775"/>
                  <a:pt x="0" y="795612"/>
                  <a:pt x="0" y="744233"/>
                </a:cubicBezTo>
                <a:cubicBezTo>
                  <a:pt x="0" y="333204"/>
                  <a:pt x="333204" y="0"/>
                  <a:pt x="744233" y="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78109" y="2740208"/>
            <a:ext cx="5562733" cy="3428014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265">
              <a:alpha val="52156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439186" cy="1478941"/>
          </a:xfrm>
          <a:custGeom>
            <a:avLst/>
            <a:gdLst/>
            <a:ahLst/>
            <a:cxnLst/>
            <a:rect l="l" t="t" r="r" b="b"/>
            <a:pathLst>
              <a:path w="1439186" h="1478941">
                <a:moveTo>
                  <a:pt x="759754" y="0"/>
                </a:moveTo>
                <a:lnTo>
                  <a:pt x="1426753" y="0"/>
                </a:lnTo>
                <a:lnTo>
                  <a:pt x="1432433" y="37218"/>
                </a:lnTo>
                <a:cubicBezTo>
                  <a:pt x="1436899" y="81189"/>
                  <a:pt x="1439186" y="125803"/>
                  <a:pt x="1439186" y="170952"/>
                </a:cubicBezTo>
                <a:cubicBezTo>
                  <a:pt x="1439186" y="893334"/>
                  <a:pt x="853579" y="1478941"/>
                  <a:pt x="131197" y="1478941"/>
                </a:cubicBezTo>
                <a:lnTo>
                  <a:pt x="0" y="1472316"/>
                </a:lnTo>
                <a:lnTo>
                  <a:pt x="0" y="811721"/>
                </a:lnTo>
                <a:lnTo>
                  <a:pt x="131198" y="824947"/>
                </a:lnTo>
                <a:cubicBezTo>
                  <a:pt x="492389" y="824947"/>
                  <a:pt x="785193" y="532143"/>
                  <a:pt x="785193" y="170952"/>
                </a:cubicBezTo>
                <a:cubicBezTo>
                  <a:pt x="785193" y="125803"/>
                  <a:pt x="780618" y="81723"/>
                  <a:pt x="771906" y="3915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6811533" y="0"/>
            <a:ext cx="1311870" cy="655935"/>
          </a:xfrm>
          <a:custGeom>
            <a:avLst/>
            <a:gdLst/>
            <a:ahLst/>
            <a:cxnLst/>
            <a:rect l="l" t="t" r="r" b="b"/>
            <a:pathLst>
              <a:path w="1311870" h="655935">
                <a:moveTo>
                  <a:pt x="0" y="0"/>
                </a:moveTo>
                <a:lnTo>
                  <a:pt x="1311870" y="0"/>
                </a:lnTo>
                <a:cubicBezTo>
                  <a:pt x="1311870" y="362263"/>
                  <a:pt x="1018198" y="655935"/>
                  <a:pt x="655935" y="655935"/>
                </a:cubicBezTo>
                <a:cubicBezTo>
                  <a:pt x="293672" y="655935"/>
                  <a:pt x="0" y="362263"/>
                  <a:pt x="0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11217718" y="5836804"/>
            <a:ext cx="974282" cy="1021197"/>
          </a:xfrm>
          <a:custGeom>
            <a:avLst/>
            <a:gdLst/>
            <a:ahLst/>
            <a:cxnLst/>
            <a:rect l="l" t="t" r="r" b="b"/>
            <a:pathLst>
              <a:path w="974282" h="1021197">
                <a:moveTo>
                  <a:pt x="744233" y="0"/>
                </a:moveTo>
                <a:cubicBezTo>
                  <a:pt x="795612" y="0"/>
                  <a:pt x="845774" y="5207"/>
                  <a:pt x="894222" y="15120"/>
                </a:cubicBezTo>
                <a:lnTo>
                  <a:pt x="974282" y="39972"/>
                </a:lnTo>
                <a:lnTo>
                  <a:pt x="974282" y="1021197"/>
                </a:lnTo>
                <a:lnTo>
                  <a:pt x="54535" y="1021197"/>
                </a:lnTo>
                <a:lnTo>
                  <a:pt x="15120" y="894222"/>
                </a:lnTo>
                <a:cubicBezTo>
                  <a:pt x="5206" y="845775"/>
                  <a:pt x="0" y="795612"/>
                  <a:pt x="0" y="744233"/>
                </a:cubicBezTo>
                <a:cubicBezTo>
                  <a:pt x="0" y="333204"/>
                  <a:pt x="333204" y="0"/>
                  <a:pt x="744233" y="0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044696" y="0"/>
            <a:ext cx="8147304" cy="2606040"/>
          </a:xfrm>
          <a:custGeom>
            <a:avLst/>
            <a:gdLst/>
            <a:ahLst/>
            <a:cxnLst/>
            <a:rect l="l" t="t" r="r" b="b"/>
            <a:pathLst>
              <a:path w="8147304" h="2935224">
                <a:moveTo>
                  <a:pt x="0" y="0"/>
                </a:moveTo>
                <a:cubicBezTo>
                  <a:pt x="294894" y="381000"/>
                  <a:pt x="710184" y="725953"/>
                  <a:pt x="1289304" y="941832"/>
                </a:cubicBezTo>
                <a:cubicBezTo>
                  <a:pt x="1868424" y="1157711"/>
                  <a:pt x="2807208" y="1088008"/>
                  <a:pt x="3474720" y="1295272"/>
                </a:cubicBezTo>
                <a:cubicBezTo>
                  <a:pt x="4142232" y="1502536"/>
                  <a:pt x="4690872" y="2024867"/>
                  <a:pt x="5294376" y="2185416"/>
                </a:cubicBezTo>
                <a:cubicBezTo>
                  <a:pt x="5897880" y="2345965"/>
                  <a:pt x="6620256" y="2133600"/>
                  <a:pt x="7095744" y="2258568"/>
                </a:cubicBezTo>
                <a:cubicBezTo>
                  <a:pt x="7571232" y="2383536"/>
                  <a:pt x="7859268" y="2659380"/>
                  <a:pt x="8147304" y="2935224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1">
            <a:off x="-12700" y="4709160"/>
            <a:ext cx="7854698" cy="2148840"/>
          </a:xfrm>
          <a:custGeom>
            <a:avLst/>
            <a:gdLst/>
            <a:ahLst/>
            <a:cxnLst/>
            <a:rect l="l" t="t" r="r" b="b"/>
            <a:pathLst>
              <a:path w="6777114" h="2884672">
                <a:moveTo>
                  <a:pt x="0" y="2884672"/>
                </a:moveTo>
                <a:cubicBezTo>
                  <a:pt x="373660" y="2494944"/>
                  <a:pt x="1372520" y="1038253"/>
                  <a:pt x="2042045" y="720176"/>
                </a:cubicBezTo>
                <a:cubicBezTo>
                  <a:pt x="2711570" y="402099"/>
                  <a:pt x="3422789" y="1087460"/>
                  <a:pt x="4017149" y="976208"/>
                </a:cubicBezTo>
                <a:cubicBezTo>
                  <a:pt x="4611509" y="864956"/>
                  <a:pt x="5167769" y="197444"/>
                  <a:pt x="5608205" y="52664"/>
                </a:cubicBezTo>
                <a:cubicBezTo>
                  <a:pt x="6048641" y="-92116"/>
                  <a:pt x="6659765" y="107528"/>
                  <a:pt x="6659765" y="107528"/>
                </a:cubicBezTo>
                <a:cubicBezTo>
                  <a:pt x="6842645" y="116672"/>
                  <a:pt x="6774065" y="112100"/>
                  <a:pt x="6705485" y="107528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1">
            <a:off x="0" y="5585788"/>
            <a:ext cx="6693408" cy="1272212"/>
          </a:xfrm>
          <a:custGeom>
            <a:avLst/>
            <a:gdLst/>
            <a:ahLst/>
            <a:cxnLst/>
            <a:rect l="l" t="t" r="r" b="b"/>
            <a:pathLst>
              <a:path w="6693408" h="1272212">
                <a:moveTo>
                  <a:pt x="0" y="1272212"/>
                </a:moveTo>
                <a:cubicBezTo>
                  <a:pt x="585978" y="990272"/>
                  <a:pt x="1171956" y="708332"/>
                  <a:pt x="1737360" y="650420"/>
                </a:cubicBezTo>
                <a:cubicBezTo>
                  <a:pt x="2302764" y="592508"/>
                  <a:pt x="2842260" y="1031420"/>
                  <a:pt x="3392424" y="924740"/>
                </a:cubicBezTo>
                <a:cubicBezTo>
                  <a:pt x="3942588" y="818060"/>
                  <a:pt x="4567428" y="141404"/>
                  <a:pt x="5038344" y="10340"/>
                </a:cubicBezTo>
                <a:cubicBezTo>
                  <a:pt x="5509260" y="-120724"/>
                  <a:pt x="6439662" y="1032944"/>
                  <a:pt x="6693408" y="1272212"/>
                </a:cubicBezTo>
              </a:path>
            </a:pathLst>
          </a:custGeom>
          <a:ln w="38100">
            <a:solidFill>
              <a:srgbClr val="E7B14A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3578328" y="6391632"/>
            <a:ext cx="932736" cy="466368"/>
          </a:xfrm>
          <a:custGeom>
            <a:avLst/>
            <a:gdLst/>
            <a:ahLst/>
            <a:cxnLst/>
            <a:rect l="l" t="t" r="r" b="b"/>
            <a:pathLst>
              <a:path w="932736" h="466368">
                <a:moveTo>
                  <a:pt x="466368" y="0"/>
                </a:moveTo>
                <a:cubicBezTo>
                  <a:pt x="723936" y="0"/>
                  <a:pt x="932736" y="208800"/>
                  <a:pt x="932736" y="466368"/>
                </a:cubicBezTo>
                <a:lnTo>
                  <a:pt x="0" y="466368"/>
                </a:lnTo>
                <a:cubicBezTo>
                  <a:pt x="0" y="208800"/>
                  <a:pt x="208800" y="0"/>
                  <a:pt x="466368" y="0"/>
                </a:cubicBezTo>
                <a:close/>
              </a:path>
            </a:pathLst>
          </a:custGeom>
          <a:solidFill>
            <a:srgbClr val="E7B14A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1740896" y="964439"/>
            <a:ext cx="451104" cy="1029003"/>
          </a:xfrm>
          <a:custGeom>
            <a:avLst/>
            <a:gdLst/>
            <a:ahLst/>
            <a:cxnLst/>
            <a:rect l="l" t="t" r="r" b="b"/>
            <a:pathLst>
              <a:path w="643128" h="1467024">
                <a:moveTo>
                  <a:pt x="643128" y="0"/>
                </a:moveTo>
                <a:lnTo>
                  <a:pt x="643128" y="377813"/>
                </a:lnTo>
                <a:lnTo>
                  <a:pt x="596514" y="392283"/>
                </a:lnTo>
                <a:cubicBezTo>
                  <a:pt x="463596" y="448502"/>
                  <a:pt x="370332" y="580115"/>
                  <a:pt x="370332" y="733512"/>
                </a:cubicBezTo>
                <a:cubicBezTo>
                  <a:pt x="370332" y="886909"/>
                  <a:pt x="463596" y="1018522"/>
                  <a:pt x="596514" y="1074742"/>
                </a:cubicBezTo>
                <a:lnTo>
                  <a:pt x="643128" y="1089212"/>
                </a:lnTo>
                <a:lnTo>
                  <a:pt x="643128" y="1467024"/>
                </a:lnTo>
                <a:lnTo>
                  <a:pt x="591395" y="1459129"/>
                </a:lnTo>
                <a:cubicBezTo>
                  <a:pt x="253887" y="1390064"/>
                  <a:pt x="0" y="1091437"/>
                  <a:pt x="0" y="733512"/>
                </a:cubicBezTo>
                <a:cubicBezTo>
                  <a:pt x="0" y="375587"/>
                  <a:pt x="253887" y="76960"/>
                  <a:pt x="591395" y="7896"/>
                </a:cubicBezTo>
                <a:close/>
              </a:path>
            </a:pathLst>
          </a:custGeom>
          <a:solidFill>
            <a:srgbClr val="577380">
              <a:alpha val="100000"/>
              <a:lumMod val="40000"/>
              <a:lumOff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6003235" y="803737"/>
            <a:ext cx="6339840" cy="589385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1371" t="4176" r="3259" b="3562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174" y="1374933"/>
            <a:ext cx="5229645" cy="246221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0" rIns="91440" bIns="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900" b="1" i="0">
                <a:solidFill>
                  <a:srgbClr val="6069A7">
                    <a:alpha val="100000"/>
                  </a:srgbClr>
                </a:solidFill>
                <a:latin typeface="Average"/>
                <a:ea typeface="Average"/>
                <a:cs typeface="Average"/>
              </a:rPr>
              <a:t>Claude Code使用心得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17755" y="3871252"/>
            <a:ext cx="5101877" cy="4122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0" rIns="91440" bIns="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从入门到精通，提升开发</a:t>
            </a:r>
            <a:r>
              <a:rPr lang="zh-CN" altLang="en-US" sz="24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运维</a:t>
            </a:r>
            <a:r>
              <a:rPr lang="en-US" sz="24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效率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79611" y="4775608"/>
            <a:ext cx="1559172" cy="384564"/>
          </a:xfrm>
          <a:prstGeom prst="roundRect">
            <a:avLst/>
          </a:prstGeom>
          <a:solidFill>
            <a:srgbClr val="6069A7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36000" rIns="91440" bIns="3600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600" b="1" i="0">
                <a:solidFill>
                  <a:srgbClr val="6069A7">
                    <a:alpha val="100000"/>
                    <a:lumMod val="20000"/>
                    <a:lumOff val="8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金鼎丰</a:t>
            </a:r>
            <a:endParaRPr lang="zh-CN" altLang="en-US" sz="1600" b="1" i="0">
              <a:solidFill>
                <a:srgbClr val="6069A7">
                  <a:alpha val="100000"/>
                  <a:lumMod val="20000"/>
                  <a:lumOff val="80000"/>
                </a:srgbClr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22429" y="327967"/>
            <a:ext cx="1335622" cy="3475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36000" rIns="91440" bIns="3600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1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2026.04.15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4c110d-b764-454b-9018-a5263d72a71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从通义灵码到Claude Code的选择之路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0400" y="2428261"/>
              <a:ext cx="3338672" cy="3705839"/>
              <a:chOff x="185578" y="2428261"/>
              <a:chExt cx="3338672" cy="370583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工具演进路径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在探索AI编程助手的路上，我先后尝试了通义灵码、qoder、trae等工具。这些工具各有特色，也都在一定程度上提供了帮助。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420314" y="2428261"/>
              <a:ext cx="3338672" cy="3705839"/>
              <a:chOff x="185578" y="2428261"/>
              <a:chExt cx="3338672" cy="370583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各工具特点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通义灵码以代码补全为主，能快速生成代码片段；qoder和trae则提供了对话式辅助，增强了交互性。但这些工具大多</a:t>
                </a:r>
                <a:r>
                  <a:rPr lang="zh-CN" alt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在项目整体理解上有所欠缺</a:t>
                </a: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180228" y="2428261"/>
              <a:ext cx="3338672" cy="3705839"/>
              <a:chOff x="185578" y="2428261"/>
              <a:chExt cx="3338672" cy="370583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最终选择原因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最终，我选择了Claude Code。其核心原因在于它不仅能理解整个项目，还能执行命令、调用外部工具,</a:t>
                </a:r>
                <a:r>
                  <a:rPr lang="zh-CN" alt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自定义工作流</a:t>
                </a: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，真正实现了对项目代码库的操作，这是其他工具无法比拟的。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为何选择Claude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46890" y="1555477"/>
            <a:ext cx="5149110" cy="19389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核心功能与配置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08000" y="3699163"/>
            <a:ext cx="4758749" cy="9334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全面介绍Claude Code的核心能力、安装配置、基础用法，并深入讲解其核心配置体系，包括项目级指令、自动化钩子、能力扩展和技能包。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5d44919-719b-4d20-84f5-62155cd0601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0" y="1130300"/>
            <a:ext cx="11518900" cy="5075558"/>
            <a:chOff x="0" y="1130300"/>
            <a:chExt cx="11518900" cy="5075558"/>
          </a:xfrm>
        </p:grpSpPr>
        <p:sp>
          <p:nvSpPr>
            <p:cNvPr id="4" name="AutoShape 4"/>
            <p:cNvSpPr/>
            <p:nvPr/>
          </p:nvSpPr>
          <p:spPr>
            <a:xfrm>
              <a:off x="660400" y="1130301"/>
              <a:ext cx="8578850" cy="4757411"/>
            </a:xfrm>
            <a:prstGeom prst="roundRect">
              <a:avLst>
                <a:gd name="adj" fmla="val 1412"/>
              </a:avLst>
            </a:prstGeom>
            <a:solidFill>
              <a:srgbClr val="FFFFFF">
                <a:alpha val="94901"/>
              </a:srgbClr>
            </a:solidFill>
            <a:ln w="6350">
              <a:solidFill>
                <a:srgbClr val="2F2F2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0" y="6127834"/>
              <a:ext cx="11362852" cy="0"/>
            </a:xfrm>
            <a:prstGeom prst="line">
              <a:avLst/>
            </a:prstGeom>
            <a:ln w="12700">
              <a:solidFill>
                <a:srgbClr val="6069A7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1362852" y="6049810"/>
              <a:ext cx="156048" cy="156048"/>
            </a:xfrm>
            <a:prstGeom prst="roundRect">
              <a:avLst/>
            </a:prstGeom>
            <a:solidFill>
              <a:srgbClr val="6069A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94825" y="1130300"/>
              <a:ext cx="2124075" cy="475741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快速启动你的 Claude Code之旅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857297" y="1354977"/>
              <a:ext cx="8290630" cy="1011762"/>
              <a:chOff x="857297" y="1354977"/>
              <a:chExt cx="8290630" cy="101176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317535" y="1354977"/>
                <a:ext cx="7830392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前置要求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17535" y="1825257"/>
                <a:ext cx="7830392" cy="541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安装前，请确保你的系统已安装 Node.js 18及以上版本，可以通过`node -v`命令检查。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57297" y="1395858"/>
                <a:ext cx="389612" cy="388520"/>
              </a:xfrm>
              <a:prstGeom prst="roundRect">
                <a:avLst>
                  <a:gd name="adj" fmla="val 8300"/>
                </a:avLst>
              </a:prstGeom>
              <a:gradFill>
                <a:gsLst>
                  <a:gs pos="0">
                    <a:srgbClr val="6069A7">
                      <a:alpha val="100000"/>
                      <a:lumMod val="60000"/>
                      <a:lumOff val="40000"/>
                    </a:srgbClr>
                  </a:gs>
                  <a:gs pos="60000">
                    <a:srgbClr val="6069A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857297" y="2453742"/>
              <a:ext cx="8290630" cy="1011762"/>
              <a:chOff x="857297" y="2453742"/>
              <a:chExt cx="8290630" cy="101176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317535" y="2453742"/>
                <a:ext cx="7830392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安装命令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17535" y="2924022"/>
                <a:ext cx="7830392" cy="541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在终端中执行`npm install -g @anthropic-ai/claude-code`命令，即可全局安装 Claude Code。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7297" y="2494623"/>
                <a:ext cx="389612" cy="388520"/>
              </a:xfrm>
              <a:prstGeom prst="roundRect">
                <a:avLst>
                  <a:gd name="adj" fmla="val 8300"/>
                </a:avLst>
              </a:prstGeom>
              <a:gradFill>
                <a:gsLst>
                  <a:gs pos="0">
                    <a:srgbClr val="6069A7">
                      <a:alpha val="100000"/>
                      <a:lumMod val="60000"/>
                      <a:lumOff val="40000"/>
                    </a:srgbClr>
                  </a:gs>
                  <a:gs pos="60000">
                    <a:srgbClr val="6069A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57297" y="3552507"/>
              <a:ext cx="8290630" cy="1011762"/>
              <a:chOff x="857297" y="3552507"/>
              <a:chExt cx="8290630" cy="1011762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317535" y="3552507"/>
                <a:ext cx="7830392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启动方式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17535" y="4022787"/>
                <a:ext cx="7830392" cy="541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进入你的项目目录，执行`claude`命令即可启动 Claude Code。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7297" y="3593388"/>
                <a:ext cx="389612" cy="388520"/>
              </a:xfrm>
              <a:prstGeom prst="roundRect">
                <a:avLst>
                  <a:gd name="adj" fmla="val 8300"/>
                </a:avLst>
              </a:prstGeom>
              <a:gradFill>
                <a:gsLst>
                  <a:gs pos="0">
                    <a:srgbClr val="6069A7">
                      <a:alpha val="100000"/>
                      <a:lumMod val="60000"/>
                      <a:lumOff val="40000"/>
                    </a:srgbClr>
                  </a:gs>
                  <a:gs pos="60000">
                    <a:srgbClr val="6069A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857297" y="4651272"/>
              <a:ext cx="8307705" cy="1012190"/>
              <a:chOff x="857297" y="4651272"/>
              <a:chExt cx="8307705" cy="101219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317535" y="4651272"/>
                <a:ext cx="7830392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API Key配置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17672" y="5121807"/>
                <a:ext cx="7847330" cy="541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altLang="zh-CN" sz="1100"/>
                  <a:t># Stpe1: </a:t>
                </a:r>
                <a:r>
                  <a:rPr lang="zh-CN" altLang="en-US" sz="1100"/>
                  <a:t>编辑或创建</a:t>
                </a:r>
                <a:r>
                  <a:rPr lang="en-US" altLang="zh-CN" sz="1100"/>
                  <a:t> Claude Code </a:t>
                </a:r>
                <a:r>
                  <a:rPr lang="zh-CN" altLang="en-US" sz="1100"/>
                  <a:t>的配置文件</a:t>
                </a:r>
                <a:r>
                  <a:rPr lang="en-US" altLang="zh-CN" sz="1100"/>
                  <a:t>   # MacOS &amp; Linux </a:t>
                </a:r>
                <a:r>
                  <a:rPr lang="zh-CN" altLang="en-US" sz="1100"/>
                  <a:t>为</a:t>
                </a:r>
                <a:r>
                  <a:rPr lang="en-US" altLang="zh-CN" sz="1100"/>
                  <a:t> `~/.claude/settings.json`   # Windows </a:t>
                </a:r>
                <a:r>
                  <a:rPr lang="zh-CN" altLang="en-US" sz="1100"/>
                  <a:t>为</a:t>
                </a:r>
                <a:r>
                  <a:rPr lang="en-US" altLang="zh-CN" sz="1100"/>
                  <a:t>`</a:t>
                </a:r>
                <a:r>
                  <a:rPr lang="zh-CN" altLang="en-US" sz="1100"/>
                  <a:t>用户目录</a:t>
                </a:r>
                <a:r>
                  <a:rPr lang="en-US" altLang="zh-CN" sz="1100"/>
                  <a:t>/.claude/settings.json`</a:t>
                </a:r>
                <a:endParaRPr lang="en-US" altLang="zh-CN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7297" y="4692153"/>
                <a:ext cx="389612" cy="388520"/>
              </a:xfrm>
              <a:prstGeom prst="roundRect">
                <a:avLst>
                  <a:gd name="adj" fmla="val 8300"/>
                </a:avLst>
              </a:prstGeom>
              <a:gradFill>
                <a:gsLst>
                  <a:gs pos="0">
                    <a:srgbClr val="6069A7">
                      <a:alpha val="100000"/>
                      <a:lumMod val="60000"/>
                      <a:lumOff val="40000"/>
                    </a:srgbClr>
                  </a:gs>
                  <a:gs pos="60000">
                    <a:srgbClr val="6069A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安装与配置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43200" y="76200"/>
            <a:ext cx="7479030" cy="5389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# Stpe1: </a:t>
            </a:r>
            <a:r>
              <a:rPr lang="zh-CN" altLang="en-US"/>
              <a:t>编辑或创建</a:t>
            </a:r>
            <a:r>
              <a:rPr lang="en-US" altLang="zh-CN"/>
              <a:t> Claude Code </a:t>
            </a:r>
            <a:r>
              <a:rPr lang="zh-CN" altLang="en-US"/>
              <a:t>的配置文件</a:t>
            </a:r>
            <a:endParaRPr lang="zh-CN" altLang="en-US"/>
          </a:p>
          <a:p>
            <a:r>
              <a:rPr lang="en-US" altLang="zh-CN"/>
              <a:t># MacOS &amp; Linux </a:t>
            </a:r>
            <a:r>
              <a:rPr lang="zh-CN" altLang="en-US"/>
              <a:t>为</a:t>
            </a:r>
            <a:r>
              <a:rPr lang="en-US" altLang="zh-CN"/>
              <a:t> `~/.claude/settings.json`</a:t>
            </a:r>
            <a:endParaRPr lang="en-US" altLang="zh-CN"/>
          </a:p>
          <a:p>
            <a:r>
              <a:rPr lang="en-US" altLang="zh-CN"/>
              <a:t># Windows </a:t>
            </a:r>
            <a:r>
              <a:rPr lang="zh-CN" altLang="en-US"/>
              <a:t>为</a:t>
            </a:r>
            <a:r>
              <a:rPr lang="en-US" altLang="zh-CN"/>
              <a:t>`</a:t>
            </a:r>
            <a:r>
              <a:rPr lang="zh-CN" altLang="en-US"/>
              <a:t>用户目录</a:t>
            </a:r>
            <a:r>
              <a:rPr lang="en-US" altLang="zh-CN"/>
              <a:t>/.claude/settings.json`</a:t>
            </a:r>
            <a:endParaRPr lang="en-US" altLang="zh-CN"/>
          </a:p>
          <a:p>
            <a:r>
              <a:rPr lang="en-US" altLang="zh-CN"/>
              <a:t># `MINIMAX_API_KEY` </a:t>
            </a:r>
            <a:r>
              <a:rPr lang="zh-CN" altLang="en-US"/>
              <a:t>需替换为您的</a:t>
            </a:r>
            <a:r>
              <a:rPr lang="en-US" altLang="zh-CN"/>
              <a:t> MiniMax API Key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环境变量</a:t>
            </a:r>
            <a:r>
              <a:rPr lang="en-US" altLang="zh-CN"/>
              <a:t> `ANTHROPIC_AUTH_TOKEN` </a:t>
            </a:r>
            <a:r>
              <a:rPr lang="zh-CN" altLang="en-US"/>
              <a:t>和</a:t>
            </a:r>
            <a:r>
              <a:rPr lang="en-US" altLang="zh-CN"/>
              <a:t> `ANTHROPIC_BASE_URL` </a:t>
            </a:r>
            <a:r>
              <a:rPr lang="zh-CN" altLang="en-US"/>
              <a:t>优先级高于配置文件</a:t>
            </a:r>
            <a:endParaRPr lang="zh-CN" altLang="en-US"/>
          </a:p>
          <a:p>
            <a:r>
              <a:rPr lang="en-US" altLang="zh-CN"/>
              <a:t>{</a:t>
            </a:r>
            <a:endParaRPr lang="en-US" altLang="zh-CN"/>
          </a:p>
          <a:p>
            <a:r>
              <a:rPr lang="en-US" altLang="zh-CN"/>
              <a:t>  "env": {</a:t>
            </a:r>
            <a:endParaRPr lang="en-US" altLang="zh-CN"/>
          </a:p>
          <a:p>
            <a:r>
              <a:rPr lang="en-US" altLang="zh-CN"/>
              <a:t>    "ANTHROPIC_BASE_URL": "https://api.minimaxi.com/anthropic",</a:t>
            </a:r>
            <a:endParaRPr lang="en-US" altLang="zh-CN"/>
          </a:p>
          <a:p>
            <a:r>
              <a:rPr lang="en-US" altLang="zh-CN"/>
              <a:t>    "ANTHROPIC_AUTH_TOKEN": "MINIMAX_API_KEY",</a:t>
            </a:r>
            <a:endParaRPr lang="en-US" altLang="zh-CN"/>
          </a:p>
          <a:p>
            <a:r>
              <a:rPr lang="en-US" altLang="zh-CN"/>
              <a:t>    "API_TIMEOUT_MS": "3000000",</a:t>
            </a:r>
            <a:endParaRPr lang="en-US" altLang="zh-CN"/>
          </a:p>
          <a:p>
            <a:r>
              <a:rPr lang="en-US" altLang="zh-CN"/>
              <a:t>    "CLAUDE_CODE_DISABLE_NONESSENTIAL_TRAFFIC": 1,</a:t>
            </a:r>
            <a:endParaRPr lang="en-US" altLang="zh-CN"/>
          </a:p>
          <a:p>
            <a:r>
              <a:rPr lang="en-US" altLang="zh-CN"/>
              <a:t>    "ANTHROPIC_MODEL": "MiniMax-M2.7",</a:t>
            </a:r>
            <a:endParaRPr lang="en-US" altLang="zh-CN"/>
          </a:p>
          <a:p>
            <a:r>
              <a:rPr lang="en-US" altLang="zh-CN"/>
              <a:t>    "ANTHROPIC_SMALL_FAST_MODEL": "MiniMax-M2.7",</a:t>
            </a:r>
            <a:endParaRPr lang="en-US" altLang="zh-CN"/>
          </a:p>
          <a:p>
            <a:r>
              <a:rPr lang="en-US" altLang="zh-CN"/>
              <a:t>    "ANTHROPIC_DEFAULT_SONNET_MODEL": "MiniMax-M2.7",</a:t>
            </a:r>
            <a:endParaRPr lang="en-US" altLang="zh-CN"/>
          </a:p>
          <a:p>
            <a:r>
              <a:rPr lang="en-US" altLang="zh-CN"/>
              <a:t>    "ANTHROPIC_DEFAULT_OPUS_MODEL": "MiniMax-M2.7",</a:t>
            </a:r>
            <a:endParaRPr lang="en-US" altLang="zh-CN"/>
          </a:p>
          <a:p>
            <a:r>
              <a:rPr lang="en-US" altLang="zh-CN"/>
              <a:t>    "ANTHROPIC_DEFAULT_HAIKU_MODEL": "MiniMax-M2.7"</a:t>
            </a:r>
            <a:endParaRPr lang="en-US" altLang="zh-CN"/>
          </a:p>
          <a:p>
            <a:r>
              <a:rPr lang="en-US" altLang="zh-CN"/>
              <a:t>  }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# Step2: </a:t>
            </a:r>
            <a:r>
              <a:rPr lang="zh-CN" altLang="en-US"/>
              <a:t>编辑或新增</a:t>
            </a:r>
            <a:r>
              <a:rPr lang="en-US" altLang="zh-CN"/>
              <a:t> `.claude.json` </a:t>
            </a:r>
            <a:r>
              <a:rPr lang="zh-CN" altLang="en-US"/>
              <a:t>文件</a:t>
            </a:r>
            <a:endParaRPr lang="zh-CN" altLang="en-US"/>
          </a:p>
          <a:p>
            <a:r>
              <a:rPr lang="en-US" altLang="zh-CN"/>
              <a:t># MacOS &amp; Linux </a:t>
            </a:r>
            <a:r>
              <a:rPr lang="zh-CN" altLang="en-US"/>
              <a:t>为</a:t>
            </a:r>
            <a:r>
              <a:rPr lang="en-US" altLang="zh-CN"/>
              <a:t> `~/.claude.json`</a:t>
            </a:r>
            <a:endParaRPr lang="en-US" altLang="zh-CN"/>
          </a:p>
          <a:p>
            <a:r>
              <a:rPr lang="en-US" altLang="zh-CN"/>
              <a:t># Windows </a:t>
            </a:r>
            <a:r>
              <a:rPr lang="zh-CN" altLang="en-US"/>
              <a:t>为</a:t>
            </a:r>
            <a:r>
              <a:rPr lang="en-US" altLang="zh-CN"/>
              <a:t>`</a:t>
            </a:r>
            <a:r>
              <a:rPr lang="zh-CN" altLang="en-US"/>
              <a:t>用户目录</a:t>
            </a:r>
            <a:r>
              <a:rPr lang="en-US" altLang="zh-CN"/>
              <a:t>/.claude.json`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新增</a:t>
            </a:r>
            <a:r>
              <a:rPr lang="en-US" altLang="zh-CN"/>
              <a:t> `hasCompletedOnboarding` </a:t>
            </a:r>
            <a:r>
              <a:rPr lang="zh-CN" altLang="en-US"/>
              <a:t>参数</a:t>
            </a:r>
            <a:endParaRPr lang="zh-CN" altLang="en-US"/>
          </a:p>
          <a:p>
            <a:r>
              <a:rPr lang="en-US" altLang="zh-CN"/>
              <a:t>{</a:t>
            </a:r>
            <a:endParaRPr lang="en-US" altLang="zh-CN"/>
          </a:p>
          <a:p>
            <a:r>
              <a:rPr lang="en-US" altLang="zh-CN"/>
              <a:t>  "hasCompletedOnboarding": true</a:t>
            </a:r>
            <a:endParaRPr lang="en-US" altLang="zh-CN"/>
          </a:p>
          <a:p>
            <a:r>
              <a:rPr lang="en-US" altLang="zh-CN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4475509-f323-4d47-be97-dfe446b8ef2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08000"/>
                </a:lnSpc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掌握常用指令，快速上手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399" y="1877217"/>
              <a:ext cx="3485291" cy="2070343"/>
              <a:chOff x="660400" y="1545921"/>
              <a:chExt cx="3161058" cy="4457523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660400" y="1545921"/>
                <a:ext cx="3161058" cy="4457523"/>
                <a:chOff x="660400" y="1444321"/>
                <a:chExt cx="3161058" cy="4457523"/>
              </a:xfrm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660400" y="1965864"/>
                  <a:ext cx="3161058" cy="3935980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E7B14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963395" y="1444321"/>
                  <a:ext cx="555066" cy="1317658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833161" y="2893790"/>
                <a:ext cx="2815536" cy="8288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`/help`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3161" y="3722653"/>
                <a:ext cx="2815536" cy="20673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输入`/help`命令可以查看Claude Code的帮助文档，了解所有可用指令和功能。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347004" y="1877217"/>
              <a:ext cx="3485291" cy="2070343"/>
              <a:chOff x="4509121" y="1545921"/>
              <a:chExt cx="3161058" cy="4457523"/>
            </a:xfrm>
          </p:grpSpPr>
          <p:grpSp>
            <p:nvGrpSpPr>
              <p:cNvPr id="12" name="Group 12"/>
              <p:cNvGrpSpPr/>
              <p:nvPr/>
            </p:nvGrpSpPr>
            <p:grpSpPr>
              <a:xfrm rot="0">
                <a:off x="4509121" y="1545921"/>
                <a:ext cx="3161058" cy="4457523"/>
                <a:chOff x="660400" y="1444321"/>
                <a:chExt cx="3161058" cy="4457523"/>
              </a:xfrm>
            </p:grpSpPr>
            <p:sp>
              <p:nvSpPr>
                <p:cNvPr id="13" name="AutoShape 13"/>
                <p:cNvSpPr/>
                <p:nvPr/>
              </p:nvSpPr>
              <p:spPr>
                <a:xfrm>
                  <a:off x="660400" y="1965864"/>
                  <a:ext cx="3161058" cy="3935980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E7B14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963395" y="1444321"/>
                  <a:ext cx="555066" cy="1317658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4681882" y="2893790"/>
                <a:ext cx="2815536" cy="8288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`/clear`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81882" y="3722653"/>
                <a:ext cx="2815536" cy="20673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使用`/clear`命令可以清空当前上下文，开始一个新的对话或任务。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033609" y="1877217"/>
              <a:ext cx="3485291" cy="2070343"/>
              <a:chOff x="8357842" y="1545921"/>
              <a:chExt cx="3161058" cy="4457523"/>
            </a:xfrm>
          </p:grpSpPr>
          <p:grpSp>
            <p:nvGrpSpPr>
              <p:cNvPr id="18" name="Group 18"/>
              <p:cNvGrpSpPr/>
              <p:nvPr/>
            </p:nvGrpSpPr>
            <p:grpSpPr>
              <a:xfrm rot="0">
                <a:off x="8357842" y="1545921"/>
                <a:ext cx="3161058" cy="4457523"/>
                <a:chOff x="660400" y="1444321"/>
                <a:chExt cx="3161058" cy="4457523"/>
              </a:xfrm>
            </p:grpSpPr>
            <p:sp>
              <p:nvSpPr>
                <p:cNvPr id="19" name="AutoShape 19"/>
                <p:cNvSpPr/>
                <p:nvPr/>
              </p:nvSpPr>
              <p:spPr>
                <a:xfrm>
                  <a:off x="660400" y="1965864"/>
                  <a:ext cx="3161058" cy="3935980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E7B14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963395" y="1444321"/>
                  <a:ext cx="555066" cy="1317658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8530603" y="2893790"/>
                <a:ext cx="2815536" cy="8288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`/compact`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30603" y="3722653"/>
                <a:ext cx="2815536" cy="20673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`/compact`指令用于压缩上下文，节省宝贵的Token，尤其在处理长对话时非常实用。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660399" y="4063757"/>
              <a:ext cx="5276852" cy="2070343"/>
              <a:chOff x="660400" y="1545921"/>
              <a:chExt cx="3161058" cy="4457523"/>
            </a:xfrm>
          </p:grpSpPr>
          <p:grpSp>
            <p:nvGrpSpPr>
              <p:cNvPr id="24" name="Group 24"/>
              <p:cNvGrpSpPr/>
              <p:nvPr/>
            </p:nvGrpSpPr>
            <p:grpSpPr>
              <a:xfrm rot="0">
                <a:off x="660400" y="1545921"/>
                <a:ext cx="3161058" cy="4457523"/>
                <a:chOff x="660400" y="1444321"/>
                <a:chExt cx="3161058" cy="4457523"/>
              </a:xfrm>
            </p:grpSpPr>
            <p:sp>
              <p:nvSpPr>
                <p:cNvPr id="25" name="AutoShape 25"/>
                <p:cNvSpPr/>
                <p:nvPr/>
              </p:nvSpPr>
              <p:spPr>
                <a:xfrm>
                  <a:off x="660400" y="1965864"/>
                  <a:ext cx="3161058" cy="3935980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E7B14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057622" y="1444321"/>
                  <a:ext cx="366614" cy="1317658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74507" y="2893790"/>
                <a:ext cx="2932844" cy="8288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`/init`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507" y="3722653"/>
                <a:ext cx="2932844" cy="20673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执行`/init`命令可以初始化项目，生成`CLAUDE.md`文件，用于配置项目规范。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6242048" y="4063757"/>
              <a:ext cx="5276852" cy="2070343"/>
              <a:chOff x="4509121" y="1545921"/>
              <a:chExt cx="3161058" cy="4457523"/>
            </a:xfrm>
          </p:grpSpPr>
          <p:grpSp>
            <p:nvGrpSpPr>
              <p:cNvPr id="30" name="Group 30"/>
              <p:cNvGrpSpPr/>
              <p:nvPr/>
            </p:nvGrpSpPr>
            <p:grpSpPr>
              <a:xfrm rot="0">
                <a:off x="4509121" y="1545921"/>
                <a:ext cx="3161058" cy="4457523"/>
                <a:chOff x="660400" y="1444321"/>
                <a:chExt cx="3161058" cy="4457523"/>
              </a:xfrm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660400" y="1965864"/>
                  <a:ext cx="3161058" cy="3935980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E7B14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057622" y="1444321"/>
                  <a:ext cx="366614" cy="1317658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6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05</a:t>
                  </a:r>
                  <a:endParaRPr lang="en-US" sz="1100"/>
                </a:p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623228" y="2893790"/>
                <a:ext cx="2932844" cy="8288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直接输入需求</a:t>
                </a:r>
                <a:endParaRPr lang="en-US" sz="110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23228" y="3722653"/>
                <a:ext cx="2932844" cy="20673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无需复杂指令，直接输入你的编程需求，如“帮我写一个用户登录接口”，Claude Code便会开始工作。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基础用法速览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388c66-cc42-4cea-ae8d-e4b4fe9a4bd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60399" y="1782553"/>
              <a:ext cx="10858500" cy="1408323"/>
              <a:chOff x="660399" y="1782553"/>
              <a:chExt cx="10858500" cy="140832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6069A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是什么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`CLAUDE.md`是放在项目根目录的Markdown文件，用于告诉Claude Code你的项目规范和约定。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通过`CLAUDE.md`让AI读懂你的项目</a:t>
              </a:r>
              <a:endParaRPr lang="en-US" sz="1100"/>
            </a:p>
          </p:txBody>
        </p:sp>
        <p:grpSp>
          <p:nvGrpSpPr>
            <p:cNvPr id="10" name="Group 10"/>
            <p:cNvGrpSpPr/>
            <p:nvPr/>
          </p:nvGrpSpPr>
          <p:grpSpPr>
            <a:xfrm rot="0">
              <a:off x="660399" y="3254165"/>
              <a:ext cx="10858500" cy="1408323"/>
              <a:chOff x="660399" y="1782553"/>
              <a:chExt cx="10858500" cy="140832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6069A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为什么重要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它相当于给AI写了一份“入职文档”，让Claude Code在开始工作前就理解项目背景、技术栈和做事方式，从而生成更符合项目要求的代码。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60399" y="4725777"/>
              <a:ext cx="10858500" cy="1408323"/>
              <a:chOff x="660399" y="1782553"/>
              <a:chExt cx="10858500" cy="140832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6069A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分层机制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配置分为全局规则（`~/.claude/rules/global_rules.md`）和项目级规则（`CLAUDE.md`），两者叠加生效，既保证了通用性，又能满足项目特殊需求。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项目级指令配置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9175d5-1f01-46e5-8048-212dccb33a1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978358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978358"/>
              <a:ext cx="10858500" cy="79973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让Claude Code更懂你的项目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121877"/>
              <a:ext cx="3420000" cy="3860281"/>
              <a:chOff x="886103" y="3793645"/>
              <a:chExt cx="3420000" cy="39957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886103" y="3793645"/>
                <a:ext cx="3420000" cy="3995700"/>
              </a:xfrm>
              <a:prstGeom prst="roundRect">
                <a:avLst>
                  <a:gd name="adj" fmla="val 4512"/>
                </a:avLst>
              </a:prstGeom>
              <a:solidFill>
                <a:srgbClr val="2F2F2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66103" y="3950218"/>
                <a:ext cx="2340000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Hooks自动化钩子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8804" y="4670219"/>
                <a:ext cx="3060000" cy="297088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Hooks是在特定事件触发时自动执行的shell命令。常用于代码修改后自动格式化、提交前自动进行lint检查等，确保代码质量和一致性。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 rot="10800000">
                <a:off x="3477911" y="3793646"/>
                <a:ext cx="576000" cy="576000"/>
              </a:xfrm>
              <a:prstGeom prst="round2Same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3521786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386000" y="2121877"/>
              <a:ext cx="3420000" cy="3860281"/>
              <a:chOff x="4541650" y="3793645"/>
              <a:chExt cx="3420000" cy="3995700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4541650" y="3793645"/>
                <a:ext cx="3420000" cy="3995700"/>
              </a:xfrm>
              <a:prstGeom prst="roundRect">
                <a:avLst>
                  <a:gd name="adj" fmla="val 4512"/>
                </a:avLst>
              </a:prstGeom>
              <a:solidFill>
                <a:srgbClr val="2F2F2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721650" y="3950218"/>
                <a:ext cx="2340000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MCP能力扩展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34351" y="4670220"/>
                <a:ext cx="3060000" cy="297088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MCP Server（Model Context Protocol）可为Claude Code接入外部能力，如`chrome-devtools` MCP允许其直接控制浏览器进行页面测试。</a:t>
                </a:r>
                <a:endParaRPr lang="en-US" sz="1100"/>
              </a:p>
            </p:txBody>
          </p:sp>
          <p:sp>
            <p:nvSpPr>
              <p:cNvPr id="15" name="AutoShape 15"/>
              <p:cNvSpPr/>
              <p:nvPr/>
            </p:nvSpPr>
            <p:spPr>
              <a:xfrm rot="10800000">
                <a:off x="7133458" y="3793646"/>
                <a:ext cx="576000" cy="576000"/>
              </a:xfrm>
              <a:prstGeom prst="round2Same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177333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098899" y="2121877"/>
              <a:ext cx="3420000" cy="3860281"/>
              <a:chOff x="8197197" y="3793645"/>
              <a:chExt cx="3420000" cy="3995700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8197197" y="3793645"/>
                <a:ext cx="3420000" cy="3995700"/>
              </a:xfrm>
              <a:prstGeom prst="roundRect">
                <a:avLst>
                  <a:gd name="adj" fmla="val 4512"/>
                </a:avLst>
              </a:prstGeom>
              <a:solidFill>
                <a:srgbClr val="2F2F2F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377197" y="3950218"/>
                <a:ext cx="2340000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Skills技能包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77197" y="4670220"/>
                <a:ext cx="3060000" cy="297088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Skills是预置的专业工作流，如`/tdd`用于测试驱动开发，`/code-review`用于自动代码审查，开箱即用，极大提升开发效率。</a:t>
                </a:r>
                <a:endParaRPr lang="en-US" sz="1100"/>
              </a:p>
            </p:txBody>
          </p:sp>
          <p:sp>
            <p:nvSpPr>
              <p:cNvPr id="21" name="AutoShape 21"/>
              <p:cNvSpPr/>
              <p:nvPr/>
            </p:nvSpPr>
            <p:spPr>
              <a:xfrm rot="10800000">
                <a:off x="10789005" y="3793646"/>
                <a:ext cx="576000" cy="576000"/>
              </a:xfrm>
              <a:prstGeom prst="round2Same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832880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自动化与扩展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46890" y="1555477"/>
            <a:ext cx="5149110" cy="19389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核心优势对比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08000" y="3699163"/>
            <a:ext cx="4758749" cy="9334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通过全景对比和核心差异分析，全面展示Claude Code与其他AI编程工具的不同，客观认识其不足与适用场景。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91d4030-5e8b-4c22-91e3-244175906a7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2203914"/>
              <a:ext cx="10858500" cy="3930186"/>
            </a:xfrm>
            <a:prstGeom prst="roundRect">
              <a:avLst>
                <a:gd name="adj" fmla="val 4000"/>
              </a:avLst>
            </a:prstGeom>
            <a:solidFill>
              <a:srgbClr val="2F2F2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53645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深入解读Claude Code的独特优势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906140" y="1903309"/>
              <a:ext cx="1979070" cy="3994315"/>
              <a:chOff x="1022167" y="1903309"/>
              <a:chExt cx="1979070" cy="399431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22167" y="2582924"/>
                <a:ext cx="1979070" cy="69678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上下文理解范围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2167" y="3279705"/>
                <a:ext cx="1979070" cy="26179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其他工具通常只关注当前文件或少数打开的文件。而Claude Code能读取整个代码库，理解文件间的依赖关系和项目结构。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003127" y="1903309"/>
              <a:ext cx="1979070" cy="3994315"/>
              <a:chOff x="1022167" y="1903309"/>
              <a:chExt cx="1979070" cy="399431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022167" y="2582924"/>
                <a:ext cx="1979070" cy="69678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自主执行能力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22167" y="3279705"/>
                <a:ext cx="1979070" cy="26179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其他工具多给出建议，需开发者手动操作。Claude Code则能理解需求后自主读文件、改代码、执行测试和修复问题。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5100114" y="1903309"/>
              <a:ext cx="1979070" cy="3994315"/>
              <a:chOff x="1022167" y="1903309"/>
              <a:chExt cx="1979070" cy="399431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22167" y="2582924"/>
                <a:ext cx="1979070" cy="69678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多步骤复杂任务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2167" y="3279705"/>
                <a:ext cx="1979070" cy="26179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其他工具擅长单次问答或单文件修改。Claude Code能规划和执行多步骤任务，如将项目从JavaScript迁移到TypeScript。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7197101" y="1903309"/>
              <a:ext cx="1979070" cy="3994315"/>
              <a:chOff x="1022167" y="1903309"/>
              <a:chExt cx="1979070" cy="3994315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022167" y="2582924"/>
                <a:ext cx="1979070" cy="69678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项目级记忆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2167" y="3279705"/>
                <a:ext cx="1979070" cy="26179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其他工具每次对话从零开始。Claude Code通过`CLAUDE.md`记住项目规范、技术栈和编码约定，后续操作都会遵守。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9294089" y="1903309"/>
              <a:ext cx="1979070" cy="3994315"/>
              <a:chOff x="1022167" y="1903309"/>
              <a:chExt cx="1979070" cy="3994315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022167" y="2582924"/>
                <a:ext cx="1979070" cy="69678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可扩展性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22167" y="3279705"/>
                <a:ext cx="1979070" cy="26179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其他工具功能相对固定。Claude Code支持MCP Server扩展（如浏览器控制）和Skills技能包（如TDD、代码审查），功能可无限扩展。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核心差异分析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46890" y="1555477"/>
            <a:ext cx="5149110" cy="19389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已有项目实战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08000" y="3699163"/>
            <a:ext cx="4758749" cy="9334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分享如何让 Claude Code高效理解已有项目，并应用于日常开发中的多种场景，包括Bug修复、代码审查和重构等。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90acf40-625d-4875-a718-9a9b1714baf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2488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让Claude Code快速熟悉你的代码库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1742440"/>
              <a:ext cx="10858500" cy="4391660"/>
            </a:xfrm>
            <a:prstGeom prst="roundRect">
              <a:avLst>
                <a:gd name="adj" fmla="val 3017"/>
              </a:avLst>
            </a:prstGeom>
            <a:solidFill>
              <a:srgbClr val="6069A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959806" y="2261152"/>
              <a:ext cx="3028969" cy="3419061"/>
              <a:chOff x="795700" y="1824240"/>
              <a:chExt cx="3028969" cy="341906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284669" y="1824240"/>
                <a:ext cx="2540000" cy="7795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使用`/init`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84669" y="2603835"/>
                <a:ext cx="2540000" cy="26394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启动Claude Code后，执行`/init`命令可以自动生成`CLAUDE.md`文件，为项目配置提供一个基础框架。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5700" y="1984539"/>
                <a:ext cx="490538" cy="470279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305">
                    <a:moveTo>
                      <a:pt x="1301" y="747"/>
                    </a:moveTo>
                    <a:cubicBezTo>
                      <a:pt x="1292" y="743"/>
                      <a:pt x="1286" y="737"/>
                      <a:pt x="1282" y="729"/>
                    </a:cubicBezTo>
                    <a:cubicBezTo>
                      <a:pt x="1274" y="715"/>
                      <a:pt x="1272" y="700"/>
                      <a:pt x="1272" y="685"/>
                    </a:cubicBezTo>
                    <a:cubicBezTo>
                      <a:pt x="1273" y="649"/>
                      <a:pt x="1265" y="614"/>
                      <a:pt x="1264" y="579"/>
                    </a:cubicBezTo>
                    <a:cubicBezTo>
                      <a:pt x="1264" y="564"/>
                      <a:pt x="1262" y="549"/>
                      <a:pt x="1258" y="534"/>
                    </a:cubicBezTo>
                    <a:cubicBezTo>
                      <a:pt x="1247" y="496"/>
                      <a:pt x="1237" y="457"/>
                      <a:pt x="1225" y="419"/>
                    </a:cubicBezTo>
                    <a:cubicBezTo>
                      <a:pt x="1209" y="367"/>
                      <a:pt x="1188" y="317"/>
                      <a:pt x="1153" y="276"/>
                    </a:cubicBezTo>
                    <a:cubicBezTo>
                      <a:pt x="1115" y="230"/>
                      <a:pt x="1075" y="186"/>
                      <a:pt x="1028" y="150"/>
                    </a:cubicBezTo>
                    <a:cubicBezTo>
                      <a:pt x="1006" y="134"/>
                      <a:pt x="987" y="114"/>
                      <a:pt x="963" y="104"/>
                    </a:cubicBezTo>
                    <a:cubicBezTo>
                      <a:pt x="927" y="88"/>
                      <a:pt x="892" y="71"/>
                      <a:pt x="856" y="56"/>
                    </a:cubicBezTo>
                    <a:cubicBezTo>
                      <a:pt x="829" y="44"/>
                      <a:pt x="801" y="38"/>
                      <a:pt x="773" y="33"/>
                    </a:cubicBezTo>
                    <a:cubicBezTo>
                      <a:pt x="757" y="31"/>
                      <a:pt x="741" y="30"/>
                      <a:pt x="726" y="27"/>
                    </a:cubicBezTo>
                    <a:cubicBezTo>
                      <a:pt x="686" y="19"/>
                      <a:pt x="645" y="19"/>
                      <a:pt x="607" y="7"/>
                    </a:cubicBezTo>
                    <a:cubicBezTo>
                      <a:pt x="603" y="5"/>
                      <a:pt x="599" y="6"/>
                      <a:pt x="595" y="6"/>
                    </a:cubicBezTo>
                    <a:cubicBezTo>
                      <a:pt x="543" y="0"/>
                      <a:pt x="494" y="15"/>
                      <a:pt x="444" y="21"/>
                    </a:cubicBezTo>
                    <a:cubicBezTo>
                      <a:pt x="421" y="24"/>
                      <a:pt x="402" y="37"/>
                      <a:pt x="381" y="43"/>
                    </a:cubicBezTo>
                    <a:cubicBezTo>
                      <a:pt x="367" y="47"/>
                      <a:pt x="358" y="55"/>
                      <a:pt x="349" y="65"/>
                    </a:cubicBezTo>
                    <a:cubicBezTo>
                      <a:pt x="328" y="88"/>
                      <a:pt x="309" y="113"/>
                      <a:pt x="280" y="127"/>
                    </a:cubicBezTo>
                    <a:cubicBezTo>
                      <a:pt x="261" y="137"/>
                      <a:pt x="243" y="148"/>
                      <a:pt x="229" y="165"/>
                    </a:cubicBezTo>
                    <a:cubicBezTo>
                      <a:pt x="205" y="192"/>
                      <a:pt x="179" y="217"/>
                      <a:pt x="159" y="247"/>
                    </a:cubicBezTo>
                    <a:cubicBezTo>
                      <a:pt x="151" y="258"/>
                      <a:pt x="142" y="269"/>
                      <a:pt x="131" y="278"/>
                    </a:cubicBezTo>
                    <a:cubicBezTo>
                      <a:pt x="110" y="294"/>
                      <a:pt x="95" y="314"/>
                      <a:pt x="84" y="337"/>
                    </a:cubicBezTo>
                    <a:cubicBezTo>
                      <a:pt x="67" y="374"/>
                      <a:pt x="52" y="413"/>
                      <a:pt x="37" y="451"/>
                    </a:cubicBezTo>
                    <a:cubicBezTo>
                      <a:pt x="25" y="483"/>
                      <a:pt x="19" y="516"/>
                      <a:pt x="15" y="550"/>
                    </a:cubicBezTo>
                    <a:cubicBezTo>
                      <a:pt x="12" y="568"/>
                      <a:pt x="12" y="587"/>
                      <a:pt x="9" y="604"/>
                    </a:cubicBezTo>
                    <a:cubicBezTo>
                      <a:pt x="2" y="642"/>
                      <a:pt x="0" y="680"/>
                      <a:pt x="14" y="716"/>
                    </a:cubicBezTo>
                    <a:cubicBezTo>
                      <a:pt x="16" y="721"/>
                      <a:pt x="17" y="727"/>
                      <a:pt x="17" y="733"/>
                    </a:cubicBezTo>
                    <a:cubicBezTo>
                      <a:pt x="17" y="772"/>
                      <a:pt x="27" y="809"/>
                      <a:pt x="45" y="845"/>
                    </a:cubicBezTo>
                    <a:cubicBezTo>
                      <a:pt x="54" y="862"/>
                      <a:pt x="65" y="878"/>
                      <a:pt x="65" y="898"/>
                    </a:cubicBezTo>
                    <a:cubicBezTo>
                      <a:pt x="65" y="929"/>
                      <a:pt x="78" y="952"/>
                      <a:pt x="103" y="970"/>
                    </a:cubicBezTo>
                    <a:cubicBezTo>
                      <a:pt x="108" y="973"/>
                      <a:pt x="112" y="976"/>
                      <a:pt x="115" y="981"/>
                    </a:cubicBezTo>
                    <a:cubicBezTo>
                      <a:pt x="125" y="1009"/>
                      <a:pt x="143" y="1032"/>
                      <a:pt x="159" y="1056"/>
                    </a:cubicBezTo>
                    <a:cubicBezTo>
                      <a:pt x="197" y="1113"/>
                      <a:pt x="246" y="1162"/>
                      <a:pt x="304" y="1200"/>
                    </a:cubicBezTo>
                    <a:cubicBezTo>
                      <a:pt x="324" y="1213"/>
                      <a:pt x="344" y="1225"/>
                      <a:pt x="366" y="1233"/>
                    </a:cubicBezTo>
                    <a:cubicBezTo>
                      <a:pt x="389" y="1241"/>
                      <a:pt x="412" y="1248"/>
                      <a:pt x="434" y="1258"/>
                    </a:cubicBezTo>
                    <a:cubicBezTo>
                      <a:pt x="448" y="1264"/>
                      <a:pt x="462" y="1274"/>
                      <a:pt x="478" y="1276"/>
                    </a:cubicBezTo>
                    <a:cubicBezTo>
                      <a:pt x="497" y="1279"/>
                      <a:pt x="515" y="1285"/>
                      <a:pt x="534" y="1288"/>
                    </a:cubicBezTo>
                    <a:cubicBezTo>
                      <a:pt x="557" y="1293"/>
                      <a:pt x="579" y="1298"/>
                      <a:pt x="603" y="1298"/>
                    </a:cubicBezTo>
                    <a:cubicBezTo>
                      <a:pt x="621" y="1298"/>
                      <a:pt x="640" y="1295"/>
                      <a:pt x="658" y="1299"/>
                    </a:cubicBezTo>
                    <a:cubicBezTo>
                      <a:pt x="676" y="1303"/>
                      <a:pt x="693" y="1302"/>
                      <a:pt x="704" y="1303"/>
                    </a:cubicBezTo>
                    <a:cubicBezTo>
                      <a:pt x="745" y="1305"/>
                      <a:pt x="777" y="1299"/>
                      <a:pt x="810" y="1292"/>
                    </a:cubicBezTo>
                    <a:cubicBezTo>
                      <a:pt x="827" y="1288"/>
                      <a:pt x="843" y="1285"/>
                      <a:pt x="860" y="1280"/>
                    </a:cubicBezTo>
                    <a:cubicBezTo>
                      <a:pt x="888" y="1271"/>
                      <a:pt x="914" y="1257"/>
                      <a:pt x="941" y="1243"/>
                    </a:cubicBezTo>
                    <a:cubicBezTo>
                      <a:pt x="960" y="1232"/>
                      <a:pt x="981" y="1225"/>
                      <a:pt x="998" y="1210"/>
                    </a:cubicBezTo>
                    <a:cubicBezTo>
                      <a:pt x="1033" y="1177"/>
                      <a:pt x="1071" y="1147"/>
                      <a:pt x="1104" y="1112"/>
                    </a:cubicBezTo>
                    <a:cubicBezTo>
                      <a:pt x="1130" y="1085"/>
                      <a:pt x="1153" y="1055"/>
                      <a:pt x="1173" y="1024"/>
                    </a:cubicBezTo>
                    <a:cubicBezTo>
                      <a:pt x="1194" y="989"/>
                      <a:pt x="1215" y="953"/>
                      <a:pt x="1234" y="916"/>
                    </a:cubicBezTo>
                    <a:cubicBezTo>
                      <a:pt x="1250" y="888"/>
                      <a:pt x="1262" y="859"/>
                      <a:pt x="1264" y="826"/>
                    </a:cubicBezTo>
                    <a:cubicBezTo>
                      <a:pt x="1265" y="809"/>
                      <a:pt x="1272" y="803"/>
                      <a:pt x="1289" y="802"/>
                    </a:cubicBezTo>
                    <a:cubicBezTo>
                      <a:pt x="1303" y="800"/>
                      <a:pt x="1315" y="788"/>
                      <a:pt x="1318" y="771"/>
                    </a:cubicBezTo>
                    <a:cubicBezTo>
                      <a:pt x="1321" y="757"/>
                      <a:pt x="1312" y="751"/>
                      <a:pt x="1301" y="747"/>
                    </a:cubicBezTo>
                    <a:close/>
                    <a:moveTo>
                      <a:pt x="1215" y="752"/>
                    </a:moveTo>
                    <a:cubicBezTo>
                      <a:pt x="1213" y="771"/>
                      <a:pt x="1210" y="788"/>
                      <a:pt x="1201" y="804"/>
                    </a:cubicBezTo>
                    <a:cubicBezTo>
                      <a:pt x="1194" y="814"/>
                      <a:pt x="1187" y="825"/>
                      <a:pt x="1179" y="835"/>
                    </a:cubicBezTo>
                    <a:cubicBezTo>
                      <a:pt x="1174" y="840"/>
                      <a:pt x="1167" y="846"/>
                      <a:pt x="1158" y="844"/>
                    </a:cubicBezTo>
                    <a:cubicBezTo>
                      <a:pt x="1148" y="841"/>
                      <a:pt x="1148" y="853"/>
                      <a:pt x="1141" y="855"/>
                    </a:cubicBezTo>
                    <a:cubicBezTo>
                      <a:pt x="1128" y="859"/>
                      <a:pt x="1116" y="866"/>
                      <a:pt x="1103" y="868"/>
                    </a:cubicBezTo>
                    <a:cubicBezTo>
                      <a:pt x="1099" y="869"/>
                      <a:pt x="1093" y="869"/>
                      <a:pt x="1094" y="875"/>
                    </a:cubicBezTo>
                    <a:cubicBezTo>
                      <a:pt x="1096" y="880"/>
                      <a:pt x="1100" y="879"/>
                      <a:pt x="1104" y="879"/>
                    </a:cubicBezTo>
                    <a:cubicBezTo>
                      <a:pt x="1108" y="879"/>
                      <a:pt x="1113" y="879"/>
                      <a:pt x="1119" y="879"/>
                    </a:cubicBezTo>
                    <a:cubicBezTo>
                      <a:pt x="1114" y="889"/>
                      <a:pt x="1106" y="887"/>
                      <a:pt x="1101" y="892"/>
                    </a:cubicBezTo>
                    <a:cubicBezTo>
                      <a:pt x="1098" y="894"/>
                      <a:pt x="1095" y="896"/>
                      <a:pt x="1097" y="899"/>
                    </a:cubicBezTo>
                    <a:cubicBezTo>
                      <a:pt x="1098" y="902"/>
                      <a:pt x="1102" y="901"/>
                      <a:pt x="1104" y="899"/>
                    </a:cubicBezTo>
                    <a:cubicBezTo>
                      <a:pt x="1111" y="893"/>
                      <a:pt x="1114" y="895"/>
                      <a:pt x="1113" y="904"/>
                    </a:cubicBezTo>
                    <a:cubicBezTo>
                      <a:pt x="1112" y="910"/>
                      <a:pt x="1119" y="918"/>
                      <a:pt x="1105" y="921"/>
                    </a:cubicBezTo>
                    <a:cubicBezTo>
                      <a:pt x="1101" y="922"/>
                      <a:pt x="1099" y="937"/>
                      <a:pt x="1102" y="946"/>
                    </a:cubicBezTo>
                    <a:cubicBezTo>
                      <a:pt x="1108" y="961"/>
                      <a:pt x="1105" y="979"/>
                      <a:pt x="1112" y="994"/>
                    </a:cubicBezTo>
                    <a:cubicBezTo>
                      <a:pt x="1113" y="995"/>
                      <a:pt x="1112" y="997"/>
                      <a:pt x="1111" y="998"/>
                    </a:cubicBezTo>
                    <a:cubicBezTo>
                      <a:pt x="1107" y="1008"/>
                      <a:pt x="1104" y="1020"/>
                      <a:pt x="1097" y="1027"/>
                    </a:cubicBezTo>
                    <a:cubicBezTo>
                      <a:pt x="1066" y="1054"/>
                      <a:pt x="1039" y="1087"/>
                      <a:pt x="1007" y="1113"/>
                    </a:cubicBezTo>
                    <a:cubicBezTo>
                      <a:pt x="959" y="1152"/>
                      <a:pt x="905" y="1177"/>
                      <a:pt x="848" y="1198"/>
                    </a:cubicBezTo>
                    <a:cubicBezTo>
                      <a:pt x="806" y="1213"/>
                      <a:pt x="764" y="1225"/>
                      <a:pt x="719" y="1229"/>
                    </a:cubicBezTo>
                    <a:cubicBezTo>
                      <a:pt x="687" y="1232"/>
                      <a:pt x="657" y="1245"/>
                      <a:pt x="624" y="1244"/>
                    </a:cubicBezTo>
                    <a:cubicBezTo>
                      <a:pt x="607" y="1243"/>
                      <a:pt x="591" y="1241"/>
                      <a:pt x="575" y="1237"/>
                    </a:cubicBezTo>
                    <a:cubicBezTo>
                      <a:pt x="543" y="1229"/>
                      <a:pt x="510" y="1222"/>
                      <a:pt x="478" y="1212"/>
                    </a:cubicBezTo>
                    <a:cubicBezTo>
                      <a:pt x="452" y="1205"/>
                      <a:pt x="427" y="1194"/>
                      <a:pt x="403" y="1178"/>
                    </a:cubicBezTo>
                    <a:cubicBezTo>
                      <a:pt x="385" y="1165"/>
                      <a:pt x="365" y="1154"/>
                      <a:pt x="345" y="1143"/>
                    </a:cubicBezTo>
                    <a:cubicBezTo>
                      <a:pt x="315" y="1126"/>
                      <a:pt x="287" y="1106"/>
                      <a:pt x="260" y="1085"/>
                    </a:cubicBezTo>
                    <a:cubicBezTo>
                      <a:pt x="237" y="1066"/>
                      <a:pt x="214" y="1045"/>
                      <a:pt x="194" y="1023"/>
                    </a:cubicBezTo>
                    <a:cubicBezTo>
                      <a:pt x="178" y="1005"/>
                      <a:pt x="165" y="985"/>
                      <a:pt x="147" y="968"/>
                    </a:cubicBezTo>
                    <a:cubicBezTo>
                      <a:pt x="139" y="962"/>
                      <a:pt x="144" y="950"/>
                      <a:pt x="142" y="941"/>
                    </a:cubicBezTo>
                    <a:cubicBezTo>
                      <a:pt x="138" y="928"/>
                      <a:pt x="133" y="916"/>
                      <a:pt x="125" y="906"/>
                    </a:cubicBezTo>
                    <a:cubicBezTo>
                      <a:pt x="104" y="879"/>
                      <a:pt x="99" y="848"/>
                      <a:pt x="94" y="816"/>
                    </a:cubicBezTo>
                    <a:cubicBezTo>
                      <a:pt x="90" y="790"/>
                      <a:pt x="84" y="764"/>
                      <a:pt x="80" y="738"/>
                    </a:cubicBezTo>
                    <a:cubicBezTo>
                      <a:pt x="76" y="719"/>
                      <a:pt x="78" y="701"/>
                      <a:pt x="79" y="682"/>
                    </a:cubicBezTo>
                    <a:cubicBezTo>
                      <a:pt x="81" y="662"/>
                      <a:pt x="82" y="643"/>
                      <a:pt x="81" y="623"/>
                    </a:cubicBezTo>
                    <a:cubicBezTo>
                      <a:pt x="80" y="598"/>
                      <a:pt x="82" y="574"/>
                      <a:pt x="92" y="550"/>
                    </a:cubicBezTo>
                    <a:cubicBezTo>
                      <a:pt x="103" y="524"/>
                      <a:pt x="110" y="496"/>
                      <a:pt x="118" y="470"/>
                    </a:cubicBezTo>
                    <a:cubicBezTo>
                      <a:pt x="127" y="444"/>
                      <a:pt x="138" y="419"/>
                      <a:pt x="154" y="396"/>
                    </a:cubicBezTo>
                    <a:cubicBezTo>
                      <a:pt x="169" y="375"/>
                      <a:pt x="177" y="349"/>
                      <a:pt x="187" y="326"/>
                    </a:cubicBezTo>
                    <a:cubicBezTo>
                      <a:pt x="200" y="293"/>
                      <a:pt x="223" y="266"/>
                      <a:pt x="251" y="246"/>
                    </a:cubicBezTo>
                    <a:cubicBezTo>
                      <a:pt x="272" y="230"/>
                      <a:pt x="290" y="210"/>
                      <a:pt x="313" y="198"/>
                    </a:cubicBezTo>
                    <a:cubicBezTo>
                      <a:pt x="332" y="188"/>
                      <a:pt x="352" y="183"/>
                      <a:pt x="371" y="176"/>
                    </a:cubicBezTo>
                    <a:cubicBezTo>
                      <a:pt x="394" y="167"/>
                      <a:pt x="415" y="152"/>
                      <a:pt x="438" y="142"/>
                    </a:cubicBezTo>
                    <a:cubicBezTo>
                      <a:pt x="473" y="128"/>
                      <a:pt x="507" y="112"/>
                      <a:pt x="546" y="107"/>
                    </a:cubicBezTo>
                    <a:cubicBezTo>
                      <a:pt x="591" y="101"/>
                      <a:pt x="636" y="98"/>
                      <a:pt x="681" y="102"/>
                    </a:cubicBezTo>
                    <a:cubicBezTo>
                      <a:pt x="701" y="104"/>
                      <a:pt x="720" y="111"/>
                      <a:pt x="739" y="116"/>
                    </a:cubicBezTo>
                    <a:cubicBezTo>
                      <a:pt x="755" y="119"/>
                      <a:pt x="771" y="124"/>
                      <a:pt x="786" y="128"/>
                    </a:cubicBezTo>
                    <a:cubicBezTo>
                      <a:pt x="799" y="131"/>
                      <a:pt x="809" y="138"/>
                      <a:pt x="822" y="141"/>
                    </a:cubicBezTo>
                    <a:cubicBezTo>
                      <a:pt x="849" y="145"/>
                      <a:pt x="875" y="156"/>
                      <a:pt x="900" y="167"/>
                    </a:cubicBezTo>
                    <a:cubicBezTo>
                      <a:pt x="924" y="177"/>
                      <a:pt x="944" y="193"/>
                      <a:pt x="965" y="206"/>
                    </a:cubicBezTo>
                    <a:cubicBezTo>
                      <a:pt x="1010" y="233"/>
                      <a:pt x="1051" y="266"/>
                      <a:pt x="1082" y="310"/>
                    </a:cubicBezTo>
                    <a:cubicBezTo>
                      <a:pt x="1114" y="356"/>
                      <a:pt x="1145" y="403"/>
                      <a:pt x="1167" y="454"/>
                    </a:cubicBezTo>
                    <a:cubicBezTo>
                      <a:pt x="1182" y="491"/>
                      <a:pt x="1195" y="529"/>
                      <a:pt x="1202" y="569"/>
                    </a:cubicBezTo>
                    <a:cubicBezTo>
                      <a:pt x="1206" y="594"/>
                      <a:pt x="1214" y="620"/>
                      <a:pt x="1216" y="645"/>
                    </a:cubicBezTo>
                    <a:cubicBezTo>
                      <a:pt x="1218" y="681"/>
                      <a:pt x="1221" y="716"/>
                      <a:pt x="1215" y="752"/>
                    </a:cubicBezTo>
                    <a:close/>
                  </a:path>
                </a:pathLst>
              </a:cu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575166" y="2261152"/>
              <a:ext cx="3028969" cy="3419061"/>
              <a:chOff x="795700" y="1824240"/>
              <a:chExt cx="3028969" cy="341906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284669" y="1824240"/>
                <a:ext cx="2540000" cy="7795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补充关键信息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84669" y="2603835"/>
                <a:ext cx="2540000" cy="26394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手动在`CLAUDE.md`中补充项目关键技术栈、目录结构、编码规范等关键信息，让Claude Code更精准地理解项目。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5700" y="1984539"/>
                <a:ext cx="490538" cy="470279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305">
                    <a:moveTo>
                      <a:pt x="1301" y="747"/>
                    </a:moveTo>
                    <a:cubicBezTo>
                      <a:pt x="1292" y="743"/>
                      <a:pt x="1286" y="737"/>
                      <a:pt x="1282" y="729"/>
                    </a:cubicBezTo>
                    <a:cubicBezTo>
                      <a:pt x="1274" y="715"/>
                      <a:pt x="1272" y="700"/>
                      <a:pt x="1272" y="685"/>
                    </a:cubicBezTo>
                    <a:cubicBezTo>
                      <a:pt x="1273" y="649"/>
                      <a:pt x="1265" y="614"/>
                      <a:pt x="1264" y="579"/>
                    </a:cubicBezTo>
                    <a:cubicBezTo>
                      <a:pt x="1264" y="564"/>
                      <a:pt x="1262" y="549"/>
                      <a:pt x="1258" y="534"/>
                    </a:cubicBezTo>
                    <a:cubicBezTo>
                      <a:pt x="1247" y="496"/>
                      <a:pt x="1237" y="457"/>
                      <a:pt x="1225" y="419"/>
                    </a:cubicBezTo>
                    <a:cubicBezTo>
                      <a:pt x="1209" y="367"/>
                      <a:pt x="1188" y="317"/>
                      <a:pt x="1153" y="276"/>
                    </a:cubicBezTo>
                    <a:cubicBezTo>
                      <a:pt x="1115" y="230"/>
                      <a:pt x="1075" y="186"/>
                      <a:pt x="1028" y="150"/>
                    </a:cubicBezTo>
                    <a:cubicBezTo>
                      <a:pt x="1006" y="134"/>
                      <a:pt x="987" y="114"/>
                      <a:pt x="963" y="104"/>
                    </a:cubicBezTo>
                    <a:cubicBezTo>
                      <a:pt x="927" y="88"/>
                      <a:pt x="892" y="71"/>
                      <a:pt x="856" y="56"/>
                    </a:cubicBezTo>
                    <a:cubicBezTo>
                      <a:pt x="829" y="44"/>
                      <a:pt x="801" y="38"/>
                      <a:pt x="773" y="33"/>
                    </a:cubicBezTo>
                    <a:cubicBezTo>
                      <a:pt x="757" y="31"/>
                      <a:pt x="741" y="30"/>
                      <a:pt x="726" y="27"/>
                    </a:cubicBezTo>
                    <a:cubicBezTo>
                      <a:pt x="686" y="19"/>
                      <a:pt x="645" y="19"/>
                      <a:pt x="607" y="7"/>
                    </a:cubicBezTo>
                    <a:cubicBezTo>
                      <a:pt x="603" y="5"/>
                      <a:pt x="599" y="6"/>
                      <a:pt x="595" y="6"/>
                    </a:cubicBezTo>
                    <a:cubicBezTo>
                      <a:pt x="543" y="0"/>
                      <a:pt x="494" y="15"/>
                      <a:pt x="444" y="21"/>
                    </a:cubicBezTo>
                    <a:cubicBezTo>
                      <a:pt x="421" y="24"/>
                      <a:pt x="402" y="37"/>
                      <a:pt x="381" y="43"/>
                    </a:cubicBezTo>
                    <a:cubicBezTo>
                      <a:pt x="367" y="47"/>
                      <a:pt x="358" y="55"/>
                      <a:pt x="349" y="65"/>
                    </a:cubicBezTo>
                    <a:cubicBezTo>
                      <a:pt x="328" y="88"/>
                      <a:pt x="309" y="113"/>
                      <a:pt x="280" y="127"/>
                    </a:cubicBezTo>
                    <a:cubicBezTo>
                      <a:pt x="261" y="137"/>
                      <a:pt x="243" y="148"/>
                      <a:pt x="229" y="165"/>
                    </a:cubicBezTo>
                    <a:cubicBezTo>
                      <a:pt x="205" y="192"/>
                      <a:pt x="179" y="217"/>
                      <a:pt x="159" y="247"/>
                    </a:cubicBezTo>
                    <a:cubicBezTo>
                      <a:pt x="151" y="258"/>
                      <a:pt x="142" y="269"/>
                      <a:pt x="131" y="278"/>
                    </a:cubicBezTo>
                    <a:cubicBezTo>
                      <a:pt x="110" y="294"/>
                      <a:pt x="95" y="314"/>
                      <a:pt x="84" y="337"/>
                    </a:cubicBezTo>
                    <a:cubicBezTo>
                      <a:pt x="67" y="374"/>
                      <a:pt x="52" y="413"/>
                      <a:pt x="37" y="451"/>
                    </a:cubicBezTo>
                    <a:cubicBezTo>
                      <a:pt x="25" y="483"/>
                      <a:pt x="19" y="516"/>
                      <a:pt x="15" y="550"/>
                    </a:cubicBezTo>
                    <a:cubicBezTo>
                      <a:pt x="12" y="568"/>
                      <a:pt x="12" y="587"/>
                      <a:pt x="9" y="604"/>
                    </a:cubicBezTo>
                    <a:cubicBezTo>
                      <a:pt x="2" y="642"/>
                      <a:pt x="0" y="680"/>
                      <a:pt x="14" y="716"/>
                    </a:cubicBezTo>
                    <a:cubicBezTo>
                      <a:pt x="16" y="721"/>
                      <a:pt x="17" y="727"/>
                      <a:pt x="17" y="733"/>
                    </a:cubicBezTo>
                    <a:cubicBezTo>
                      <a:pt x="17" y="772"/>
                      <a:pt x="27" y="809"/>
                      <a:pt x="45" y="845"/>
                    </a:cubicBezTo>
                    <a:cubicBezTo>
                      <a:pt x="54" y="862"/>
                      <a:pt x="65" y="878"/>
                      <a:pt x="65" y="898"/>
                    </a:cubicBezTo>
                    <a:cubicBezTo>
                      <a:pt x="65" y="929"/>
                      <a:pt x="78" y="952"/>
                      <a:pt x="103" y="970"/>
                    </a:cubicBezTo>
                    <a:cubicBezTo>
                      <a:pt x="108" y="973"/>
                      <a:pt x="112" y="976"/>
                      <a:pt x="115" y="981"/>
                    </a:cubicBezTo>
                    <a:cubicBezTo>
                      <a:pt x="125" y="1009"/>
                      <a:pt x="143" y="1032"/>
                      <a:pt x="159" y="1056"/>
                    </a:cubicBezTo>
                    <a:cubicBezTo>
                      <a:pt x="197" y="1113"/>
                      <a:pt x="246" y="1162"/>
                      <a:pt x="304" y="1200"/>
                    </a:cubicBezTo>
                    <a:cubicBezTo>
                      <a:pt x="324" y="1213"/>
                      <a:pt x="344" y="1225"/>
                      <a:pt x="366" y="1233"/>
                    </a:cubicBezTo>
                    <a:cubicBezTo>
                      <a:pt x="389" y="1241"/>
                      <a:pt x="412" y="1248"/>
                      <a:pt x="434" y="1258"/>
                    </a:cubicBezTo>
                    <a:cubicBezTo>
                      <a:pt x="448" y="1264"/>
                      <a:pt x="462" y="1274"/>
                      <a:pt x="478" y="1276"/>
                    </a:cubicBezTo>
                    <a:cubicBezTo>
                      <a:pt x="497" y="1279"/>
                      <a:pt x="515" y="1285"/>
                      <a:pt x="534" y="1288"/>
                    </a:cubicBezTo>
                    <a:cubicBezTo>
                      <a:pt x="557" y="1293"/>
                      <a:pt x="579" y="1298"/>
                      <a:pt x="603" y="1298"/>
                    </a:cubicBezTo>
                    <a:cubicBezTo>
                      <a:pt x="621" y="1298"/>
                      <a:pt x="640" y="1295"/>
                      <a:pt x="658" y="1299"/>
                    </a:cubicBezTo>
                    <a:cubicBezTo>
                      <a:pt x="676" y="1303"/>
                      <a:pt x="693" y="1302"/>
                      <a:pt x="704" y="1303"/>
                    </a:cubicBezTo>
                    <a:cubicBezTo>
                      <a:pt x="745" y="1305"/>
                      <a:pt x="777" y="1299"/>
                      <a:pt x="810" y="1292"/>
                    </a:cubicBezTo>
                    <a:cubicBezTo>
                      <a:pt x="827" y="1288"/>
                      <a:pt x="843" y="1285"/>
                      <a:pt x="860" y="1280"/>
                    </a:cubicBezTo>
                    <a:cubicBezTo>
                      <a:pt x="888" y="1271"/>
                      <a:pt x="914" y="1257"/>
                      <a:pt x="941" y="1243"/>
                    </a:cubicBezTo>
                    <a:cubicBezTo>
                      <a:pt x="960" y="1232"/>
                      <a:pt x="981" y="1225"/>
                      <a:pt x="998" y="1210"/>
                    </a:cubicBezTo>
                    <a:cubicBezTo>
                      <a:pt x="1033" y="1177"/>
                      <a:pt x="1071" y="1147"/>
                      <a:pt x="1104" y="1112"/>
                    </a:cubicBezTo>
                    <a:cubicBezTo>
                      <a:pt x="1130" y="1085"/>
                      <a:pt x="1153" y="1055"/>
                      <a:pt x="1173" y="1024"/>
                    </a:cubicBezTo>
                    <a:cubicBezTo>
                      <a:pt x="1194" y="989"/>
                      <a:pt x="1215" y="953"/>
                      <a:pt x="1234" y="916"/>
                    </a:cubicBezTo>
                    <a:cubicBezTo>
                      <a:pt x="1250" y="888"/>
                      <a:pt x="1262" y="859"/>
                      <a:pt x="1264" y="826"/>
                    </a:cubicBezTo>
                    <a:cubicBezTo>
                      <a:pt x="1265" y="809"/>
                      <a:pt x="1272" y="803"/>
                      <a:pt x="1289" y="802"/>
                    </a:cubicBezTo>
                    <a:cubicBezTo>
                      <a:pt x="1303" y="800"/>
                      <a:pt x="1315" y="788"/>
                      <a:pt x="1318" y="771"/>
                    </a:cubicBezTo>
                    <a:cubicBezTo>
                      <a:pt x="1321" y="757"/>
                      <a:pt x="1312" y="751"/>
                      <a:pt x="1301" y="747"/>
                    </a:cubicBezTo>
                    <a:close/>
                    <a:moveTo>
                      <a:pt x="1215" y="752"/>
                    </a:moveTo>
                    <a:cubicBezTo>
                      <a:pt x="1213" y="771"/>
                      <a:pt x="1210" y="788"/>
                      <a:pt x="1201" y="804"/>
                    </a:cubicBezTo>
                    <a:cubicBezTo>
                      <a:pt x="1194" y="814"/>
                      <a:pt x="1187" y="825"/>
                      <a:pt x="1179" y="835"/>
                    </a:cubicBezTo>
                    <a:cubicBezTo>
                      <a:pt x="1174" y="840"/>
                      <a:pt x="1167" y="846"/>
                      <a:pt x="1158" y="844"/>
                    </a:cubicBezTo>
                    <a:cubicBezTo>
                      <a:pt x="1148" y="841"/>
                      <a:pt x="1148" y="853"/>
                      <a:pt x="1141" y="855"/>
                    </a:cubicBezTo>
                    <a:cubicBezTo>
                      <a:pt x="1128" y="859"/>
                      <a:pt x="1116" y="866"/>
                      <a:pt x="1103" y="868"/>
                    </a:cubicBezTo>
                    <a:cubicBezTo>
                      <a:pt x="1099" y="869"/>
                      <a:pt x="1093" y="869"/>
                      <a:pt x="1094" y="875"/>
                    </a:cubicBezTo>
                    <a:cubicBezTo>
                      <a:pt x="1096" y="880"/>
                      <a:pt x="1100" y="879"/>
                      <a:pt x="1104" y="879"/>
                    </a:cubicBezTo>
                    <a:cubicBezTo>
                      <a:pt x="1108" y="879"/>
                      <a:pt x="1113" y="879"/>
                      <a:pt x="1119" y="879"/>
                    </a:cubicBezTo>
                    <a:cubicBezTo>
                      <a:pt x="1114" y="889"/>
                      <a:pt x="1106" y="887"/>
                      <a:pt x="1101" y="892"/>
                    </a:cubicBezTo>
                    <a:cubicBezTo>
                      <a:pt x="1098" y="894"/>
                      <a:pt x="1095" y="896"/>
                      <a:pt x="1097" y="899"/>
                    </a:cubicBezTo>
                    <a:cubicBezTo>
                      <a:pt x="1098" y="902"/>
                      <a:pt x="1102" y="901"/>
                      <a:pt x="1104" y="899"/>
                    </a:cubicBezTo>
                    <a:cubicBezTo>
                      <a:pt x="1111" y="893"/>
                      <a:pt x="1114" y="895"/>
                      <a:pt x="1113" y="904"/>
                    </a:cubicBezTo>
                    <a:cubicBezTo>
                      <a:pt x="1112" y="910"/>
                      <a:pt x="1119" y="918"/>
                      <a:pt x="1105" y="921"/>
                    </a:cubicBezTo>
                    <a:cubicBezTo>
                      <a:pt x="1101" y="922"/>
                      <a:pt x="1099" y="937"/>
                      <a:pt x="1102" y="946"/>
                    </a:cubicBezTo>
                    <a:cubicBezTo>
                      <a:pt x="1108" y="961"/>
                      <a:pt x="1105" y="979"/>
                      <a:pt x="1112" y="994"/>
                    </a:cubicBezTo>
                    <a:cubicBezTo>
                      <a:pt x="1113" y="995"/>
                      <a:pt x="1112" y="997"/>
                      <a:pt x="1111" y="998"/>
                    </a:cubicBezTo>
                    <a:cubicBezTo>
                      <a:pt x="1107" y="1008"/>
                      <a:pt x="1104" y="1020"/>
                      <a:pt x="1097" y="1027"/>
                    </a:cubicBezTo>
                    <a:cubicBezTo>
                      <a:pt x="1066" y="1054"/>
                      <a:pt x="1039" y="1087"/>
                      <a:pt x="1007" y="1113"/>
                    </a:cubicBezTo>
                    <a:cubicBezTo>
                      <a:pt x="959" y="1152"/>
                      <a:pt x="905" y="1177"/>
                      <a:pt x="848" y="1198"/>
                    </a:cubicBezTo>
                    <a:cubicBezTo>
                      <a:pt x="806" y="1213"/>
                      <a:pt x="764" y="1225"/>
                      <a:pt x="719" y="1229"/>
                    </a:cubicBezTo>
                    <a:cubicBezTo>
                      <a:pt x="687" y="1232"/>
                      <a:pt x="657" y="1245"/>
                      <a:pt x="624" y="1244"/>
                    </a:cubicBezTo>
                    <a:cubicBezTo>
                      <a:pt x="607" y="1243"/>
                      <a:pt x="591" y="1241"/>
                      <a:pt x="575" y="1237"/>
                    </a:cubicBezTo>
                    <a:cubicBezTo>
                      <a:pt x="543" y="1229"/>
                      <a:pt x="510" y="1222"/>
                      <a:pt x="478" y="1212"/>
                    </a:cubicBezTo>
                    <a:cubicBezTo>
                      <a:pt x="452" y="1205"/>
                      <a:pt x="427" y="1194"/>
                      <a:pt x="403" y="1178"/>
                    </a:cubicBezTo>
                    <a:cubicBezTo>
                      <a:pt x="385" y="1165"/>
                      <a:pt x="365" y="1154"/>
                      <a:pt x="345" y="1143"/>
                    </a:cubicBezTo>
                    <a:cubicBezTo>
                      <a:pt x="315" y="1126"/>
                      <a:pt x="287" y="1106"/>
                      <a:pt x="260" y="1085"/>
                    </a:cubicBezTo>
                    <a:cubicBezTo>
                      <a:pt x="237" y="1066"/>
                      <a:pt x="214" y="1045"/>
                      <a:pt x="194" y="1023"/>
                    </a:cubicBezTo>
                    <a:cubicBezTo>
                      <a:pt x="178" y="1005"/>
                      <a:pt x="165" y="985"/>
                      <a:pt x="147" y="968"/>
                    </a:cubicBezTo>
                    <a:cubicBezTo>
                      <a:pt x="139" y="962"/>
                      <a:pt x="144" y="950"/>
                      <a:pt x="142" y="941"/>
                    </a:cubicBezTo>
                    <a:cubicBezTo>
                      <a:pt x="138" y="928"/>
                      <a:pt x="133" y="916"/>
                      <a:pt x="125" y="906"/>
                    </a:cubicBezTo>
                    <a:cubicBezTo>
                      <a:pt x="104" y="879"/>
                      <a:pt x="99" y="848"/>
                      <a:pt x="94" y="816"/>
                    </a:cubicBezTo>
                    <a:cubicBezTo>
                      <a:pt x="90" y="790"/>
                      <a:pt x="84" y="764"/>
                      <a:pt x="80" y="738"/>
                    </a:cubicBezTo>
                    <a:cubicBezTo>
                      <a:pt x="76" y="719"/>
                      <a:pt x="78" y="701"/>
                      <a:pt x="79" y="682"/>
                    </a:cubicBezTo>
                    <a:cubicBezTo>
                      <a:pt x="81" y="662"/>
                      <a:pt x="82" y="643"/>
                      <a:pt x="81" y="623"/>
                    </a:cubicBezTo>
                    <a:cubicBezTo>
                      <a:pt x="80" y="598"/>
                      <a:pt x="82" y="574"/>
                      <a:pt x="92" y="550"/>
                    </a:cubicBezTo>
                    <a:cubicBezTo>
                      <a:pt x="103" y="524"/>
                      <a:pt x="110" y="496"/>
                      <a:pt x="118" y="470"/>
                    </a:cubicBezTo>
                    <a:cubicBezTo>
                      <a:pt x="127" y="444"/>
                      <a:pt x="138" y="419"/>
                      <a:pt x="154" y="396"/>
                    </a:cubicBezTo>
                    <a:cubicBezTo>
                      <a:pt x="169" y="375"/>
                      <a:pt x="177" y="349"/>
                      <a:pt x="187" y="326"/>
                    </a:cubicBezTo>
                    <a:cubicBezTo>
                      <a:pt x="200" y="293"/>
                      <a:pt x="223" y="266"/>
                      <a:pt x="251" y="246"/>
                    </a:cubicBezTo>
                    <a:cubicBezTo>
                      <a:pt x="272" y="230"/>
                      <a:pt x="290" y="210"/>
                      <a:pt x="313" y="198"/>
                    </a:cubicBezTo>
                    <a:cubicBezTo>
                      <a:pt x="332" y="188"/>
                      <a:pt x="352" y="183"/>
                      <a:pt x="371" y="176"/>
                    </a:cubicBezTo>
                    <a:cubicBezTo>
                      <a:pt x="394" y="167"/>
                      <a:pt x="415" y="152"/>
                      <a:pt x="438" y="142"/>
                    </a:cubicBezTo>
                    <a:cubicBezTo>
                      <a:pt x="473" y="128"/>
                      <a:pt x="507" y="112"/>
                      <a:pt x="546" y="107"/>
                    </a:cubicBezTo>
                    <a:cubicBezTo>
                      <a:pt x="591" y="101"/>
                      <a:pt x="636" y="98"/>
                      <a:pt x="681" y="102"/>
                    </a:cubicBezTo>
                    <a:cubicBezTo>
                      <a:pt x="701" y="104"/>
                      <a:pt x="720" y="111"/>
                      <a:pt x="739" y="116"/>
                    </a:cubicBezTo>
                    <a:cubicBezTo>
                      <a:pt x="755" y="119"/>
                      <a:pt x="771" y="124"/>
                      <a:pt x="786" y="128"/>
                    </a:cubicBezTo>
                    <a:cubicBezTo>
                      <a:pt x="799" y="131"/>
                      <a:pt x="809" y="138"/>
                      <a:pt x="822" y="141"/>
                    </a:cubicBezTo>
                    <a:cubicBezTo>
                      <a:pt x="849" y="145"/>
                      <a:pt x="875" y="156"/>
                      <a:pt x="900" y="167"/>
                    </a:cubicBezTo>
                    <a:cubicBezTo>
                      <a:pt x="924" y="177"/>
                      <a:pt x="944" y="193"/>
                      <a:pt x="965" y="206"/>
                    </a:cubicBezTo>
                    <a:cubicBezTo>
                      <a:pt x="1010" y="233"/>
                      <a:pt x="1051" y="266"/>
                      <a:pt x="1082" y="310"/>
                    </a:cubicBezTo>
                    <a:cubicBezTo>
                      <a:pt x="1114" y="356"/>
                      <a:pt x="1145" y="403"/>
                      <a:pt x="1167" y="454"/>
                    </a:cubicBezTo>
                    <a:cubicBezTo>
                      <a:pt x="1182" y="491"/>
                      <a:pt x="1195" y="529"/>
                      <a:pt x="1202" y="569"/>
                    </a:cubicBezTo>
                    <a:cubicBezTo>
                      <a:pt x="1206" y="594"/>
                      <a:pt x="1214" y="620"/>
                      <a:pt x="1216" y="645"/>
                    </a:cubicBezTo>
                    <a:cubicBezTo>
                      <a:pt x="1218" y="681"/>
                      <a:pt x="1221" y="716"/>
                      <a:pt x="1215" y="752"/>
                    </a:cubicBezTo>
                    <a:close/>
                  </a:path>
                </a:pathLst>
              </a:cu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190525" y="2261152"/>
              <a:ext cx="3028969" cy="3419061"/>
              <a:chOff x="795700" y="1824240"/>
              <a:chExt cx="3028969" cy="341906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284669" y="1824240"/>
                <a:ext cx="2540000" cy="7795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验证理解程度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4669" y="2603835"/>
                <a:ext cx="2540000" cy="26394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可以让Claude Code“总结架构”或“描述文件结构”，通过其输出来验证它是否已经正确理解了项目。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5700" y="1984539"/>
                <a:ext cx="490538" cy="470279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305">
                    <a:moveTo>
                      <a:pt x="1301" y="747"/>
                    </a:moveTo>
                    <a:cubicBezTo>
                      <a:pt x="1292" y="743"/>
                      <a:pt x="1286" y="737"/>
                      <a:pt x="1282" y="729"/>
                    </a:cubicBezTo>
                    <a:cubicBezTo>
                      <a:pt x="1274" y="715"/>
                      <a:pt x="1272" y="700"/>
                      <a:pt x="1272" y="685"/>
                    </a:cubicBezTo>
                    <a:cubicBezTo>
                      <a:pt x="1273" y="649"/>
                      <a:pt x="1265" y="614"/>
                      <a:pt x="1264" y="579"/>
                    </a:cubicBezTo>
                    <a:cubicBezTo>
                      <a:pt x="1264" y="564"/>
                      <a:pt x="1262" y="549"/>
                      <a:pt x="1258" y="534"/>
                    </a:cubicBezTo>
                    <a:cubicBezTo>
                      <a:pt x="1247" y="496"/>
                      <a:pt x="1237" y="457"/>
                      <a:pt x="1225" y="419"/>
                    </a:cubicBezTo>
                    <a:cubicBezTo>
                      <a:pt x="1209" y="367"/>
                      <a:pt x="1188" y="317"/>
                      <a:pt x="1153" y="276"/>
                    </a:cubicBezTo>
                    <a:cubicBezTo>
                      <a:pt x="1115" y="230"/>
                      <a:pt x="1075" y="186"/>
                      <a:pt x="1028" y="150"/>
                    </a:cubicBezTo>
                    <a:cubicBezTo>
                      <a:pt x="1006" y="134"/>
                      <a:pt x="987" y="114"/>
                      <a:pt x="963" y="104"/>
                    </a:cubicBezTo>
                    <a:cubicBezTo>
                      <a:pt x="927" y="88"/>
                      <a:pt x="892" y="71"/>
                      <a:pt x="856" y="56"/>
                    </a:cubicBezTo>
                    <a:cubicBezTo>
                      <a:pt x="829" y="44"/>
                      <a:pt x="801" y="38"/>
                      <a:pt x="773" y="33"/>
                    </a:cubicBezTo>
                    <a:cubicBezTo>
                      <a:pt x="757" y="31"/>
                      <a:pt x="741" y="30"/>
                      <a:pt x="726" y="27"/>
                    </a:cubicBezTo>
                    <a:cubicBezTo>
                      <a:pt x="686" y="19"/>
                      <a:pt x="645" y="19"/>
                      <a:pt x="607" y="7"/>
                    </a:cubicBezTo>
                    <a:cubicBezTo>
                      <a:pt x="603" y="5"/>
                      <a:pt x="599" y="6"/>
                      <a:pt x="595" y="6"/>
                    </a:cubicBezTo>
                    <a:cubicBezTo>
                      <a:pt x="543" y="0"/>
                      <a:pt x="494" y="15"/>
                      <a:pt x="444" y="21"/>
                    </a:cubicBezTo>
                    <a:cubicBezTo>
                      <a:pt x="421" y="24"/>
                      <a:pt x="402" y="37"/>
                      <a:pt x="381" y="43"/>
                    </a:cubicBezTo>
                    <a:cubicBezTo>
                      <a:pt x="367" y="47"/>
                      <a:pt x="358" y="55"/>
                      <a:pt x="349" y="65"/>
                    </a:cubicBezTo>
                    <a:cubicBezTo>
                      <a:pt x="328" y="88"/>
                      <a:pt x="309" y="113"/>
                      <a:pt x="280" y="127"/>
                    </a:cubicBezTo>
                    <a:cubicBezTo>
                      <a:pt x="261" y="137"/>
                      <a:pt x="243" y="148"/>
                      <a:pt x="229" y="165"/>
                    </a:cubicBezTo>
                    <a:cubicBezTo>
                      <a:pt x="205" y="192"/>
                      <a:pt x="179" y="217"/>
                      <a:pt x="159" y="247"/>
                    </a:cubicBezTo>
                    <a:cubicBezTo>
                      <a:pt x="151" y="258"/>
                      <a:pt x="142" y="269"/>
                      <a:pt x="131" y="278"/>
                    </a:cubicBezTo>
                    <a:cubicBezTo>
                      <a:pt x="110" y="294"/>
                      <a:pt x="95" y="314"/>
                      <a:pt x="84" y="337"/>
                    </a:cubicBezTo>
                    <a:cubicBezTo>
                      <a:pt x="67" y="374"/>
                      <a:pt x="52" y="413"/>
                      <a:pt x="37" y="451"/>
                    </a:cubicBezTo>
                    <a:cubicBezTo>
                      <a:pt x="25" y="483"/>
                      <a:pt x="19" y="516"/>
                      <a:pt x="15" y="550"/>
                    </a:cubicBezTo>
                    <a:cubicBezTo>
                      <a:pt x="12" y="568"/>
                      <a:pt x="12" y="587"/>
                      <a:pt x="9" y="604"/>
                    </a:cubicBezTo>
                    <a:cubicBezTo>
                      <a:pt x="2" y="642"/>
                      <a:pt x="0" y="680"/>
                      <a:pt x="14" y="716"/>
                    </a:cubicBezTo>
                    <a:cubicBezTo>
                      <a:pt x="16" y="721"/>
                      <a:pt x="17" y="727"/>
                      <a:pt x="17" y="733"/>
                    </a:cubicBezTo>
                    <a:cubicBezTo>
                      <a:pt x="17" y="772"/>
                      <a:pt x="27" y="809"/>
                      <a:pt x="45" y="845"/>
                    </a:cubicBezTo>
                    <a:cubicBezTo>
                      <a:pt x="54" y="862"/>
                      <a:pt x="65" y="878"/>
                      <a:pt x="65" y="898"/>
                    </a:cubicBezTo>
                    <a:cubicBezTo>
                      <a:pt x="65" y="929"/>
                      <a:pt x="78" y="952"/>
                      <a:pt x="103" y="970"/>
                    </a:cubicBezTo>
                    <a:cubicBezTo>
                      <a:pt x="108" y="973"/>
                      <a:pt x="112" y="976"/>
                      <a:pt x="115" y="981"/>
                    </a:cubicBezTo>
                    <a:cubicBezTo>
                      <a:pt x="125" y="1009"/>
                      <a:pt x="143" y="1032"/>
                      <a:pt x="159" y="1056"/>
                    </a:cubicBezTo>
                    <a:cubicBezTo>
                      <a:pt x="197" y="1113"/>
                      <a:pt x="246" y="1162"/>
                      <a:pt x="304" y="1200"/>
                    </a:cubicBezTo>
                    <a:cubicBezTo>
                      <a:pt x="324" y="1213"/>
                      <a:pt x="344" y="1225"/>
                      <a:pt x="366" y="1233"/>
                    </a:cubicBezTo>
                    <a:cubicBezTo>
                      <a:pt x="389" y="1241"/>
                      <a:pt x="412" y="1248"/>
                      <a:pt x="434" y="1258"/>
                    </a:cubicBezTo>
                    <a:cubicBezTo>
                      <a:pt x="448" y="1264"/>
                      <a:pt x="462" y="1274"/>
                      <a:pt x="478" y="1276"/>
                    </a:cubicBezTo>
                    <a:cubicBezTo>
                      <a:pt x="497" y="1279"/>
                      <a:pt x="515" y="1285"/>
                      <a:pt x="534" y="1288"/>
                    </a:cubicBezTo>
                    <a:cubicBezTo>
                      <a:pt x="557" y="1293"/>
                      <a:pt x="579" y="1298"/>
                      <a:pt x="603" y="1298"/>
                    </a:cubicBezTo>
                    <a:cubicBezTo>
                      <a:pt x="621" y="1298"/>
                      <a:pt x="640" y="1295"/>
                      <a:pt x="658" y="1299"/>
                    </a:cubicBezTo>
                    <a:cubicBezTo>
                      <a:pt x="676" y="1303"/>
                      <a:pt x="693" y="1302"/>
                      <a:pt x="704" y="1303"/>
                    </a:cubicBezTo>
                    <a:cubicBezTo>
                      <a:pt x="745" y="1305"/>
                      <a:pt x="777" y="1299"/>
                      <a:pt x="810" y="1292"/>
                    </a:cubicBezTo>
                    <a:cubicBezTo>
                      <a:pt x="827" y="1288"/>
                      <a:pt x="843" y="1285"/>
                      <a:pt x="860" y="1280"/>
                    </a:cubicBezTo>
                    <a:cubicBezTo>
                      <a:pt x="888" y="1271"/>
                      <a:pt x="914" y="1257"/>
                      <a:pt x="941" y="1243"/>
                    </a:cubicBezTo>
                    <a:cubicBezTo>
                      <a:pt x="960" y="1232"/>
                      <a:pt x="981" y="1225"/>
                      <a:pt x="998" y="1210"/>
                    </a:cubicBezTo>
                    <a:cubicBezTo>
                      <a:pt x="1033" y="1177"/>
                      <a:pt x="1071" y="1147"/>
                      <a:pt x="1104" y="1112"/>
                    </a:cubicBezTo>
                    <a:cubicBezTo>
                      <a:pt x="1130" y="1085"/>
                      <a:pt x="1153" y="1055"/>
                      <a:pt x="1173" y="1024"/>
                    </a:cubicBezTo>
                    <a:cubicBezTo>
                      <a:pt x="1194" y="989"/>
                      <a:pt x="1215" y="953"/>
                      <a:pt x="1234" y="916"/>
                    </a:cubicBezTo>
                    <a:cubicBezTo>
                      <a:pt x="1250" y="888"/>
                      <a:pt x="1262" y="859"/>
                      <a:pt x="1264" y="826"/>
                    </a:cubicBezTo>
                    <a:cubicBezTo>
                      <a:pt x="1265" y="809"/>
                      <a:pt x="1272" y="803"/>
                      <a:pt x="1289" y="802"/>
                    </a:cubicBezTo>
                    <a:cubicBezTo>
                      <a:pt x="1303" y="800"/>
                      <a:pt x="1315" y="788"/>
                      <a:pt x="1318" y="771"/>
                    </a:cubicBezTo>
                    <a:cubicBezTo>
                      <a:pt x="1321" y="757"/>
                      <a:pt x="1312" y="751"/>
                      <a:pt x="1301" y="747"/>
                    </a:cubicBezTo>
                    <a:close/>
                    <a:moveTo>
                      <a:pt x="1215" y="752"/>
                    </a:moveTo>
                    <a:cubicBezTo>
                      <a:pt x="1213" y="771"/>
                      <a:pt x="1210" y="788"/>
                      <a:pt x="1201" y="804"/>
                    </a:cubicBezTo>
                    <a:cubicBezTo>
                      <a:pt x="1194" y="814"/>
                      <a:pt x="1187" y="825"/>
                      <a:pt x="1179" y="835"/>
                    </a:cubicBezTo>
                    <a:cubicBezTo>
                      <a:pt x="1174" y="840"/>
                      <a:pt x="1167" y="846"/>
                      <a:pt x="1158" y="844"/>
                    </a:cubicBezTo>
                    <a:cubicBezTo>
                      <a:pt x="1148" y="841"/>
                      <a:pt x="1148" y="853"/>
                      <a:pt x="1141" y="855"/>
                    </a:cubicBezTo>
                    <a:cubicBezTo>
                      <a:pt x="1128" y="859"/>
                      <a:pt x="1116" y="866"/>
                      <a:pt x="1103" y="868"/>
                    </a:cubicBezTo>
                    <a:cubicBezTo>
                      <a:pt x="1099" y="869"/>
                      <a:pt x="1093" y="869"/>
                      <a:pt x="1094" y="875"/>
                    </a:cubicBezTo>
                    <a:cubicBezTo>
                      <a:pt x="1096" y="880"/>
                      <a:pt x="1100" y="879"/>
                      <a:pt x="1104" y="879"/>
                    </a:cubicBezTo>
                    <a:cubicBezTo>
                      <a:pt x="1108" y="879"/>
                      <a:pt x="1113" y="879"/>
                      <a:pt x="1119" y="879"/>
                    </a:cubicBezTo>
                    <a:cubicBezTo>
                      <a:pt x="1114" y="889"/>
                      <a:pt x="1106" y="887"/>
                      <a:pt x="1101" y="892"/>
                    </a:cubicBezTo>
                    <a:cubicBezTo>
                      <a:pt x="1098" y="894"/>
                      <a:pt x="1095" y="896"/>
                      <a:pt x="1097" y="899"/>
                    </a:cubicBezTo>
                    <a:cubicBezTo>
                      <a:pt x="1098" y="902"/>
                      <a:pt x="1102" y="901"/>
                      <a:pt x="1104" y="899"/>
                    </a:cubicBezTo>
                    <a:cubicBezTo>
                      <a:pt x="1111" y="893"/>
                      <a:pt x="1114" y="895"/>
                      <a:pt x="1113" y="904"/>
                    </a:cubicBezTo>
                    <a:cubicBezTo>
                      <a:pt x="1112" y="910"/>
                      <a:pt x="1119" y="918"/>
                      <a:pt x="1105" y="921"/>
                    </a:cubicBezTo>
                    <a:cubicBezTo>
                      <a:pt x="1101" y="922"/>
                      <a:pt x="1099" y="937"/>
                      <a:pt x="1102" y="946"/>
                    </a:cubicBezTo>
                    <a:cubicBezTo>
                      <a:pt x="1108" y="961"/>
                      <a:pt x="1105" y="979"/>
                      <a:pt x="1112" y="994"/>
                    </a:cubicBezTo>
                    <a:cubicBezTo>
                      <a:pt x="1113" y="995"/>
                      <a:pt x="1112" y="997"/>
                      <a:pt x="1111" y="998"/>
                    </a:cubicBezTo>
                    <a:cubicBezTo>
                      <a:pt x="1107" y="1008"/>
                      <a:pt x="1104" y="1020"/>
                      <a:pt x="1097" y="1027"/>
                    </a:cubicBezTo>
                    <a:cubicBezTo>
                      <a:pt x="1066" y="1054"/>
                      <a:pt x="1039" y="1087"/>
                      <a:pt x="1007" y="1113"/>
                    </a:cubicBezTo>
                    <a:cubicBezTo>
                      <a:pt x="959" y="1152"/>
                      <a:pt x="905" y="1177"/>
                      <a:pt x="848" y="1198"/>
                    </a:cubicBezTo>
                    <a:cubicBezTo>
                      <a:pt x="806" y="1213"/>
                      <a:pt x="764" y="1225"/>
                      <a:pt x="719" y="1229"/>
                    </a:cubicBezTo>
                    <a:cubicBezTo>
                      <a:pt x="687" y="1232"/>
                      <a:pt x="657" y="1245"/>
                      <a:pt x="624" y="1244"/>
                    </a:cubicBezTo>
                    <a:cubicBezTo>
                      <a:pt x="607" y="1243"/>
                      <a:pt x="591" y="1241"/>
                      <a:pt x="575" y="1237"/>
                    </a:cubicBezTo>
                    <a:cubicBezTo>
                      <a:pt x="543" y="1229"/>
                      <a:pt x="510" y="1222"/>
                      <a:pt x="478" y="1212"/>
                    </a:cubicBezTo>
                    <a:cubicBezTo>
                      <a:pt x="452" y="1205"/>
                      <a:pt x="427" y="1194"/>
                      <a:pt x="403" y="1178"/>
                    </a:cubicBezTo>
                    <a:cubicBezTo>
                      <a:pt x="385" y="1165"/>
                      <a:pt x="365" y="1154"/>
                      <a:pt x="345" y="1143"/>
                    </a:cubicBezTo>
                    <a:cubicBezTo>
                      <a:pt x="315" y="1126"/>
                      <a:pt x="287" y="1106"/>
                      <a:pt x="260" y="1085"/>
                    </a:cubicBezTo>
                    <a:cubicBezTo>
                      <a:pt x="237" y="1066"/>
                      <a:pt x="214" y="1045"/>
                      <a:pt x="194" y="1023"/>
                    </a:cubicBezTo>
                    <a:cubicBezTo>
                      <a:pt x="178" y="1005"/>
                      <a:pt x="165" y="985"/>
                      <a:pt x="147" y="968"/>
                    </a:cubicBezTo>
                    <a:cubicBezTo>
                      <a:pt x="139" y="962"/>
                      <a:pt x="144" y="950"/>
                      <a:pt x="142" y="941"/>
                    </a:cubicBezTo>
                    <a:cubicBezTo>
                      <a:pt x="138" y="928"/>
                      <a:pt x="133" y="916"/>
                      <a:pt x="125" y="906"/>
                    </a:cubicBezTo>
                    <a:cubicBezTo>
                      <a:pt x="104" y="879"/>
                      <a:pt x="99" y="848"/>
                      <a:pt x="94" y="816"/>
                    </a:cubicBezTo>
                    <a:cubicBezTo>
                      <a:pt x="90" y="790"/>
                      <a:pt x="84" y="764"/>
                      <a:pt x="80" y="738"/>
                    </a:cubicBezTo>
                    <a:cubicBezTo>
                      <a:pt x="76" y="719"/>
                      <a:pt x="78" y="701"/>
                      <a:pt x="79" y="682"/>
                    </a:cubicBezTo>
                    <a:cubicBezTo>
                      <a:pt x="81" y="662"/>
                      <a:pt x="82" y="643"/>
                      <a:pt x="81" y="623"/>
                    </a:cubicBezTo>
                    <a:cubicBezTo>
                      <a:pt x="80" y="598"/>
                      <a:pt x="82" y="574"/>
                      <a:pt x="92" y="550"/>
                    </a:cubicBezTo>
                    <a:cubicBezTo>
                      <a:pt x="103" y="524"/>
                      <a:pt x="110" y="496"/>
                      <a:pt x="118" y="470"/>
                    </a:cubicBezTo>
                    <a:cubicBezTo>
                      <a:pt x="127" y="444"/>
                      <a:pt x="138" y="419"/>
                      <a:pt x="154" y="396"/>
                    </a:cubicBezTo>
                    <a:cubicBezTo>
                      <a:pt x="169" y="375"/>
                      <a:pt x="177" y="349"/>
                      <a:pt x="187" y="326"/>
                    </a:cubicBezTo>
                    <a:cubicBezTo>
                      <a:pt x="200" y="293"/>
                      <a:pt x="223" y="266"/>
                      <a:pt x="251" y="246"/>
                    </a:cubicBezTo>
                    <a:cubicBezTo>
                      <a:pt x="272" y="230"/>
                      <a:pt x="290" y="210"/>
                      <a:pt x="313" y="198"/>
                    </a:cubicBezTo>
                    <a:cubicBezTo>
                      <a:pt x="332" y="188"/>
                      <a:pt x="352" y="183"/>
                      <a:pt x="371" y="176"/>
                    </a:cubicBezTo>
                    <a:cubicBezTo>
                      <a:pt x="394" y="167"/>
                      <a:pt x="415" y="152"/>
                      <a:pt x="438" y="142"/>
                    </a:cubicBezTo>
                    <a:cubicBezTo>
                      <a:pt x="473" y="128"/>
                      <a:pt x="507" y="112"/>
                      <a:pt x="546" y="107"/>
                    </a:cubicBezTo>
                    <a:cubicBezTo>
                      <a:pt x="591" y="101"/>
                      <a:pt x="636" y="98"/>
                      <a:pt x="681" y="102"/>
                    </a:cubicBezTo>
                    <a:cubicBezTo>
                      <a:pt x="701" y="104"/>
                      <a:pt x="720" y="111"/>
                      <a:pt x="739" y="116"/>
                    </a:cubicBezTo>
                    <a:cubicBezTo>
                      <a:pt x="755" y="119"/>
                      <a:pt x="771" y="124"/>
                      <a:pt x="786" y="128"/>
                    </a:cubicBezTo>
                    <a:cubicBezTo>
                      <a:pt x="799" y="131"/>
                      <a:pt x="809" y="138"/>
                      <a:pt x="822" y="141"/>
                    </a:cubicBezTo>
                    <a:cubicBezTo>
                      <a:pt x="849" y="145"/>
                      <a:pt x="875" y="156"/>
                      <a:pt x="900" y="167"/>
                    </a:cubicBezTo>
                    <a:cubicBezTo>
                      <a:pt x="924" y="177"/>
                      <a:pt x="944" y="193"/>
                      <a:pt x="965" y="206"/>
                    </a:cubicBezTo>
                    <a:cubicBezTo>
                      <a:pt x="1010" y="233"/>
                      <a:pt x="1051" y="266"/>
                      <a:pt x="1082" y="310"/>
                    </a:cubicBezTo>
                    <a:cubicBezTo>
                      <a:pt x="1114" y="356"/>
                      <a:pt x="1145" y="403"/>
                      <a:pt x="1167" y="454"/>
                    </a:cubicBezTo>
                    <a:cubicBezTo>
                      <a:pt x="1182" y="491"/>
                      <a:pt x="1195" y="529"/>
                      <a:pt x="1202" y="569"/>
                    </a:cubicBezTo>
                    <a:cubicBezTo>
                      <a:pt x="1206" y="594"/>
                      <a:pt x="1214" y="620"/>
                      <a:pt x="1216" y="645"/>
                    </a:cubicBezTo>
                    <a:cubicBezTo>
                      <a:pt x="1218" y="681"/>
                      <a:pt x="1221" y="716"/>
                      <a:pt x="1215" y="752"/>
                    </a:cubicBezTo>
                    <a:close/>
                  </a:path>
                </a:pathLst>
              </a:cu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快速接入项目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56843" y="1130304"/>
            <a:ext cx="10862057" cy="5003796"/>
            <a:chOff x="656843" y="1130304"/>
            <a:chExt cx="10862057" cy="5003796"/>
          </a:xfrm>
        </p:grpSpPr>
        <p:sp>
          <p:nvSpPr>
            <p:cNvPr id="4" name="AutoShape 4"/>
            <p:cNvSpPr/>
            <p:nvPr/>
          </p:nvSpPr>
          <p:spPr>
            <a:xfrm>
              <a:off x="1787076" y="3346423"/>
              <a:ext cx="1856053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036775" y="3346423"/>
              <a:ext cx="1856053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286474" y="3346423"/>
              <a:ext cx="1856052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536172" y="3346423"/>
              <a:ext cx="1856052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展示Claude Code在多种开发任务中的应用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56843" y="3105239"/>
              <a:ext cx="1896786" cy="3028861"/>
              <a:chOff x="656843" y="3105239"/>
              <a:chExt cx="1896786" cy="302886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56843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Bug定位与修复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56843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直接将报错信息或现象描述给Claude Code，它能自动排查相关文件。提供完整报错和复现步骤，效率提升显著。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898161" y="3105239"/>
              <a:ext cx="1896786" cy="3028861"/>
              <a:chOff x="2898161" y="3105239"/>
              <a:chExt cx="1896786" cy="302886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898161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代码审查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898161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使用`/code-review`指令对指定文件或PR进行审查，能发现潜在问题、安全漏洞和性能隐患。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5139479" y="3105239"/>
              <a:ext cx="1896786" cy="3028861"/>
              <a:chOff x="5139479" y="3105239"/>
              <a:chExt cx="1896786" cy="302886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39479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PR/分支审查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39479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代码合并或上线前，用Claude Code分析`git diff`结果，检查改动是否合理、是否存在安全风险等。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7380797" y="3105239"/>
              <a:ext cx="1896786" cy="3028861"/>
              <a:chOff x="7380797" y="3105239"/>
              <a:chExt cx="1896786" cy="302886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80797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代码重构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380797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描述重构目标，Claude Code会分析影响范围并制定重构计划。建议先使用Plan模式确认计划，再执行重构，避免改错。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9622114" y="3105239"/>
              <a:ext cx="1896786" cy="3028861"/>
              <a:chOff x="9622114" y="3105239"/>
              <a:chExt cx="1896786" cy="3028861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10347863" y="3105239"/>
                <a:ext cx="482368" cy="482368"/>
              </a:xfrm>
              <a:prstGeom prst="roundRect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622114" y="3669609"/>
                <a:ext cx="1896786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添加新功能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22114" y="4462062"/>
                <a:ext cx="1896786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清晰描述新功能需求，包括接口格式、边界条件等，Claude Code会自己找到要修改的文件并实现功能。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日常开发应用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c14d3db-efb9-4c14-9065-23c95d6e690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905000"/>
              <a:ext cx="3581401" cy="34544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掌握技巧，事半功倍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730674" y="5577840"/>
              <a:ext cx="556260" cy="556260"/>
              <a:chOff x="730674" y="5577840"/>
              <a:chExt cx="556260" cy="55626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730674" y="5577840"/>
                <a:ext cx="556260" cy="556260"/>
              </a:xfrm>
              <a:prstGeom prst="ellipse">
                <a:avLst/>
              </a:prstGeom>
              <a:solidFill>
                <a:srgbClr val="E7B14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 flipH="1">
                <a:off x="852801" y="5708585"/>
                <a:ext cx="312006" cy="266244"/>
              </a:xfrm>
              <a:custGeom>
                <a:avLst/>
                <a:gdLst/>
                <a:ahLst/>
                <a:cxnLst/>
                <a:rect l="l" t="t" r="r" b="b"/>
                <a:pathLst>
                  <a:path w="3509" h="2999">
                    <a:moveTo>
                      <a:pt x="1621" y="2999"/>
                    </a:moveTo>
                    <a:cubicBezTo>
                      <a:pt x="1601" y="2999"/>
                      <a:pt x="1582" y="2992"/>
                      <a:pt x="1567" y="2978"/>
                    </a:cubicBezTo>
                    <a:lnTo>
                      <a:pt x="26" y="1561"/>
                    </a:lnTo>
                    <a:cubicBezTo>
                      <a:pt x="9" y="1546"/>
                      <a:pt x="0" y="1525"/>
                      <a:pt x="0" y="1503"/>
                    </a:cubicBezTo>
                    <a:cubicBezTo>
                      <a:pt x="0" y="1480"/>
                      <a:pt x="9" y="1459"/>
                      <a:pt x="26" y="1444"/>
                    </a:cubicBezTo>
                    <a:lnTo>
                      <a:pt x="1567" y="27"/>
                    </a:lnTo>
                    <a:cubicBezTo>
                      <a:pt x="1590" y="5"/>
                      <a:pt x="1624" y="0"/>
                      <a:pt x="1653" y="13"/>
                    </a:cubicBezTo>
                    <a:cubicBezTo>
                      <a:pt x="1682" y="25"/>
                      <a:pt x="1701" y="54"/>
                      <a:pt x="1701" y="86"/>
                    </a:cubicBezTo>
                    <a:lnTo>
                      <a:pt x="1701" y="856"/>
                    </a:lnTo>
                    <a:cubicBezTo>
                      <a:pt x="2753" y="1058"/>
                      <a:pt x="3509" y="1829"/>
                      <a:pt x="3509" y="2710"/>
                    </a:cubicBezTo>
                    <a:cubicBezTo>
                      <a:pt x="3509" y="2753"/>
                      <a:pt x="3507" y="2797"/>
                      <a:pt x="3502" y="2849"/>
                    </a:cubicBezTo>
                    <a:cubicBezTo>
                      <a:pt x="3499" y="2890"/>
                      <a:pt x="3465" y="2921"/>
                      <a:pt x="3424" y="2922"/>
                    </a:cubicBezTo>
                    <a:cubicBezTo>
                      <a:pt x="3384" y="2923"/>
                      <a:pt x="3349" y="2892"/>
                      <a:pt x="3344" y="2852"/>
                    </a:cubicBezTo>
                    <a:cubicBezTo>
                      <a:pt x="3285" y="2372"/>
                      <a:pt x="2630" y="2093"/>
                      <a:pt x="2061" y="2114"/>
                    </a:cubicBezTo>
                    <a:cubicBezTo>
                      <a:pt x="1934" y="2119"/>
                      <a:pt x="1813" y="2133"/>
                      <a:pt x="1701" y="2156"/>
                    </a:cubicBezTo>
                    <a:lnTo>
                      <a:pt x="1701" y="2920"/>
                    </a:lnTo>
                    <a:cubicBezTo>
                      <a:pt x="1701" y="2951"/>
                      <a:pt x="1682" y="2980"/>
                      <a:pt x="1653" y="2993"/>
                    </a:cubicBezTo>
                    <a:cubicBezTo>
                      <a:pt x="1643" y="2997"/>
                      <a:pt x="1632" y="2999"/>
                      <a:pt x="1621" y="2999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8" name="Group 8"/>
            <p:cNvGrpSpPr/>
            <p:nvPr/>
          </p:nvGrpSpPr>
          <p:grpSpPr>
            <a:xfrm rot="0">
              <a:off x="4762499" y="1130300"/>
              <a:ext cx="6756401" cy="1123432"/>
              <a:chOff x="4762499" y="1917698"/>
              <a:chExt cx="6756401" cy="1123432"/>
            </a:xfrm>
          </p:grpSpPr>
          <p:sp>
            <p:nvSpPr>
              <p:cNvPr id="9" name="AutoShape 9"/>
              <p:cNvSpPr/>
              <p:nvPr/>
            </p:nvSpPr>
            <p:spPr>
              <a:xfrm rot="5400000">
                <a:off x="4751661" y="2276684"/>
                <a:ext cx="157141" cy="135466"/>
              </a:xfrm>
              <a:prstGeom prst="triangl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 rot="0">
                <a:off x="5028599" y="1917698"/>
                <a:ext cx="6490301" cy="1123432"/>
                <a:chOff x="5028599" y="1917698"/>
                <a:chExt cx="6490301" cy="1123432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5791200" y="1960034"/>
                  <a:ext cx="5727700" cy="38692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Average"/>
                      <a:ea typeface="Average"/>
                      <a:cs typeface="Average"/>
                    </a:rPr>
                    <a:t>Plan模式先规划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5791200" y="2346962"/>
                  <a:ext cx="5727700" cy="69416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对于复杂任务，先使用Plan模式让Claude Code制定方案，确认方向正确后再动手，避免方向跑偏后返工。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028599" y="1917698"/>
                  <a:ext cx="762602" cy="85343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3600" b="1" i="0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4" name="Group 14"/>
            <p:cNvGrpSpPr/>
            <p:nvPr/>
          </p:nvGrpSpPr>
          <p:grpSpPr>
            <a:xfrm rot="0">
              <a:off x="4762499" y="2423756"/>
              <a:ext cx="6756401" cy="1123432"/>
              <a:chOff x="4762499" y="1917698"/>
              <a:chExt cx="6756401" cy="1123432"/>
            </a:xfrm>
          </p:grpSpPr>
          <p:sp>
            <p:nvSpPr>
              <p:cNvPr id="15" name="AutoShape 15"/>
              <p:cNvSpPr/>
              <p:nvPr/>
            </p:nvSpPr>
            <p:spPr>
              <a:xfrm rot="5400000">
                <a:off x="4751661" y="2276684"/>
                <a:ext cx="157141" cy="135466"/>
              </a:xfrm>
              <a:prstGeom prst="triangl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 rot="0">
                <a:off x="5028599" y="1917698"/>
                <a:ext cx="6490301" cy="1123432"/>
                <a:chOff x="5028599" y="1917698"/>
                <a:chExt cx="6490301" cy="1123432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5791200" y="1960034"/>
                  <a:ext cx="5727700" cy="38692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分步骤下达任务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791200" y="2346962"/>
                  <a:ext cx="5727700" cy="69416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不要一次性给Claude Code一个超大需求，应将其拆分成小步骤逐步推进，这样它才能更准确地完成任务。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028599" y="1917698"/>
                  <a:ext cx="762602" cy="85343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3600" b="1" i="0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</p:grpSp>
        <p:grpSp>
          <p:nvGrpSpPr>
            <p:cNvPr id="20" name="Group 20"/>
            <p:cNvGrpSpPr/>
            <p:nvPr/>
          </p:nvGrpSpPr>
          <p:grpSpPr>
            <a:xfrm rot="0">
              <a:off x="4762499" y="3717212"/>
              <a:ext cx="6756401" cy="1123432"/>
              <a:chOff x="4762499" y="1917698"/>
              <a:chExt cx="6756401" cy="1123432"/>
            </a:xfrm>
          </p:grpSpPr>
          <p:sp>
            <p:nvSpPr>
              <p:cNvPr id="21" name="AutoShape 21"/>
              <p:cNvSpPr/>
              <p:nvPr/>
            </p:nvSpPr>
            <p:spPr>
              <a:xfrm rot="5400000">
                <a:off x="4751661" y="2276684"/>
                <a:ext cx="157141" cy="135466"/>
              </a:xfrm>
              <a:prstGeom prst="triangl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 rot="0">
                <a:off x="5028599" y="1917698"/>
                <a:ext cx="6490301" cy="1123432"/>
                <a:chOff x="5028599" y="1917698"/>
                <a:chExt cx="6490301" cy="1123432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5791200" y="1960034"/>
                  <a:ext cx="5727700" cy="38692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善用上下文管理</a:t>
                  </a:r>
                  <a:endParaRPr lang="en-US" sz="11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791200" y="2346962"/>
                  <a:ext cx="5727700" cy="69416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使用`/compact`压缩上下文，减少Token消耗。任务完成后使用`/clear`重置上下文，保持对话清晰。</a:t>
                  </a:r>
                  <a:endParaRPr lang="en-US" sz="11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5028599" y="1917698"/>
                  <a:ext cx="762602" cy="85343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3600" b="1" i="0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</p:grpSp>
        <p:grpSp>
          <p:nvGrpSpPr>
            <p:cNvPr id="26" name="Group 26"/>
            <p:cNvGrpSpPr/>
            <p:nvPr/>
          </p:nvGrpSpPr>
          <p:grpSpPr>
            <a:xfrm rot="0">
              <a:off x="4762499" y="5010668"/>
              <a:ext cx="6756401" cy="1123432"/>
              <a:chOff x="4762499" y="1917698"/>
              <a:chExt cx="6756401" cy="1123432"/>
            </a:xfrm>
          </p:grpSpPr>
          <p:sp>
            <p:nvSpPr>
              <p:cNvPr id="27" name="AutoShape 27"/>
              <p:cNvSpPr/>
              <p:nvPr/>
            </p:nvSpPr>
            <p:spPr>
              <a:xfrm rot="5400000">
                <a:off x="4751661" y="2276684"/>
                <a:ext cx="157141" cy="135466"/>
              </a:xfrm>
              <a:prstGeom prst="triangl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 rot="0">
                <a:off x="5028599" y="1917698"/>
                <a:ext cx="6490301" cy="1123432"/>
                <a:chOff x="5028599" y="1917698"/>
                <a:chExt cx="6490301" cy="1123432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5791200" y="1960034"/>
                  <a:ext cx="5727700" cy="38692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及时纠偏</a:t>
                  </a:r>
                  <a:endParaRPr lang="en-US" sz="1100"/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791200" y="2346962"/>
                  <a:ext cx="5727700" cy="69416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发现Claude Code执行方向不对时，立刻打断它，不要等它完成再修改，这样可以节省大量时间和计算资源。</a:t>
                  </a:r>
                  <a:endParaRPr lang="en-US" sz="1100"/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028599" y="1917698"/>
                  <a:ext cx="762602" cy="853439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3600" b="1" i="0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</p:grpSp>
        </p:grpSp>
      </p:grpSp>
      <p:sp>
        <p:nvSpPr>
          <p:cNvPr id="32" name="TextBox 3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效率提升技巧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46890" y="1555477"/>
            <a:ext cx="5149110" cy="19389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新项目开发实战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08000" y="3699163"/>
            <a:ext cx="4758749" cy="9334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介绍如何利用 Claude Code从零开始搭建新项目，并分享高效开发的工作流程与技巧，展示从需求到代码的完整流程。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c0b1462-203d-401e-8ef3-b3227f1d61a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52076"/>
            <a:ext cx="10858500" cy="4970228"/>
            <a:chOff x="660400" y="1152076"/>
            <a:chExt cx="10858500" cy="4970228"/>
          </a:xfrm>
        </p:grpSpPr>
        <p:sp>
          <p:nvSpPr>
            <p:cNvPr id="4" name="TextBox 4"/>
            <p:cNvSpPr txBox="1"/>
            <p:nvPr/>
          </p:nvSpPr>
          <p:spPr>
            <a:xfrm>
              <a:off x="6349995" y="4593931"/>
              <a:ext cx="5168904" cy="152837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从零搭建新项目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1152076"/>
              <a:ext cx="5295900" cy="4970228"/>
            </a:xfrm>
            <a:prstGeom prst="roundRect">
              <a:avLst>
                <a:gd name="adj" fmla="val 6813"/>
              </a:avLst>
            </a:prstGeom>
            <a:solidFill>
              <a:srgbClr val="6069A7">
                <a:alpha val="100000"/>
              </a:srgbClr>
            </a:solidFill>
            <a:ln w="25400">
              <a:solidFill>
                <a:srgbClr val="17491F">
                  <a:alpha val="100000"/>
                  <a:shade val="15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730774" y="1473153"/>
              <a:ext cx="5168905" cy="4314832"/>
              <a:chOff x="730774" y="1473153"/>
              <a:chExt cx="5168905" cy="431483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613429" y="2125503"/>
                <a:ext cx="4286250" cy="3662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清晰地向Claude Code描述你的项目需求，例如“一个基于FastAPI的博客系统”。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13425" y="1473153"/>
                <a:ext cx="4286250" cy="6523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描述项目需求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30774" y="1473153"/>
                <a:ext cx="863600" cy="158217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6349995" y="1225549"/>
              <a:ext cx="5168905" cy="1384301"/>
              <a:chOff x="6349995" y="1225549"/>
              <a:chExt cx="5168905" cy="138430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232650" y="1680030"/>
                <a:ext cx="4286250" cy="9298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让Claude Code根据需求初始化项目结构，生成基本的文件夹和文件。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232646" y="1225550"/>
                <a:ext cx="4286250" cy="45447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初始化项目结构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349995" y="1225549"/>
                <a:ext cx="863600" cy="13843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349995" y="2953025"/>
              <a:ext cx="5168905" cy="1384301"/>
              <a:chOff x="6349995" y="2953025"/>
              <a:chExt cx="5168905" cy="138430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232650" y="3407506"/>
                <a:ext cx="4286250" cy="9298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使用`/init`生成`CLAUDE.md`，并补充项目规范，让后续所有操作都遵循统一的约定。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232646" y="2953026"/>
                <a:ext cx="4286250" cy="45447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生成并完善CLAUDE.md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349995" y="2953025"/>
                <a:ext cx="863600" cy="13843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三步快速启动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39cba6-6084-4bdf-a4e0-3c19607fe31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F2F2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1" y="1130300"/>
              <a:ext cx="2714625" cy="5003800"/>
              <a:chOff x="660401" y="1130300"/>
              <a:chExt cx="2714625" cy="50038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1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E7B14A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406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需求描述具体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406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不要说“做一个登录功能”，而要说“做一个POST /api/login接口，参数为username和password，返回JWT Token”。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5417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375026" y="1130300"/>
              <a:ext cx="2714625" cy="5003800"/>
              <a:chOff x="3375026" y="1130300"/>
              <a:chExt cx="2714625" cy="50038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3375026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468689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Plan模式先出方案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68689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让Claude Code先规划整体架构，确认后再动手写代码，避免前期设计不合理导致的返工。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68801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089651" y="1130300"/>
              <a:ext cx="2714625" cy="5003800"/>
              <a:chOff x="6089651" y="1130300"/>
              <a:chExt cx="2714625" cy="500380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089651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E7B14A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18331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TDD驱动开发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8331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使用`/tdd`技能，先写测试用例再写实现代码，保证代码的可靠性和可维护性。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08342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8804276" y="1130300"/>
              <a:ext cx="2714625" cy="5003800"/>
              <a:chOff x="8804276" y="1130300"/>
              <a:chExt cx="2714625" cy="5003800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8804276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97939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逐模块推进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97939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一次只做一个功能模块，做完并通过验证后再进行下一个，确保项目稳步推进。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98051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开发效率技巧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46890" y="1555477"/>
            <a:ext cx="5149110" cy="19389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使用心得与总结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08000" y="3699163"/>
            <a:ext cx="4758749" cy="9334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分享高效使用 Claude Code的核心心法、常见踩坑经验、成本控制策略以及应对“翻车”的方法，并进行现场答疑。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25190b3-c688-4448-a14a-b7d6f0d5e3b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906797"/>
            <a:chOff x="660400" y="1130300"/>
            <a:chExt cx="10858500" cy="4906797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掌握核心原则，发挥最大效能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566904" y="2268197"/>
              <a:ext cx="3949696" cy="1804239"/>
              <a:chOff x="1566904" y="2268197"/>
              <a:chExt cx="3949696" cy="180423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3183306" y="2268197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E7B14A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E7B14A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把Claude Code当作一个需要清晰指令的实习生，而不是能读懂你心思的神仙。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66904" y="2959837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视为实习生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878139" y="2266263"/>
              <a:ext cx="3949696" cy="1803919"/>
              <a:chOff x="6878139" y="2266263"/>
              <a:chExt cx="3949696" cy="180391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494541" y="2266263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57738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57738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878139" y="3359253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你的Prompt描述得越具体、越明确，Claude Code的输出就越准确、越符合你的期望。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78139" y="2957583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描述越具体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1566904" y="4109342"/>
              <a:ext cx="3949696" cy="1927755"/>
              <a:chOff x="1566904" y="4109342"/>
              <a:chExt cx="3949696" cy="192775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183306" y="4109342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F4B919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4B919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66904" y="5185815"/>
                <a:ext cx="3949696" cy="8512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发现方向不对立刻打断并纠正，远比让它执行完错误任务后再修改要高效得多。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66904" y="4717240"/>
                <a:ext cx="3949696" cy="3925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及时纠偏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871789" y="4070182"/>
              <a:ext cx="3949696" cy="1966915"/>
              <a:chOff x="6871789" y="4070182"/>
              <a:chExt cx="3949696" cy="1966915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488191" y="4070182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C18F09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C18F09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04.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871789" y="5185815"/>
                <a:ext cx="3949696" cy="8512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花时间写好`CLAUDE.md`是至关重要的投资，它将让后续所有与Claude Code的交互都受益无穷。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871789" y="4717240"/>
                <a:ext cx="3949696" cy="3925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投资CLAUDE.md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高效使用心法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4e551a6-fbe0-499c-a643-ab26545f56c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4509429"/>
            <a:chOff x="660399" y="1130300"/>
            <a:chExt cx="10858501" cy="450942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55353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避开这些坑，少走弯路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1970000"/>
              <a:ext cx="2049326" cy="3669729"/>
              <a:chOff x="660400" y="1970000"/>
              <a:chExt cx="2049326" cy="3669729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1970000"/>
                <a:ext cx="2049326" cy="3669729"/>
              </a:xfrm>
              <a:prstGeom prst="roundRect">
                <a:avLst>
                  <a:gd name="adj" fmla="val 1600"/>
                </a:avLst>
              </a:prstGeom>
              <a:solidFill>
                <a:srgbClr val="2F2F2F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38517" y="2695575"/>
                <a:ext cx="1893092" cy="646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40000"/>
                  </a:lnSpc>
                  <a:defRPr/>
                </a:pPr>
                <a:r>
                  <a:rPr lang="en-US" sz="17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任务过大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38517" y="3341904"/>
                <a:ext cx="1893092" cy="22397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一次性给太大任务，它会漏掉细节或跑偏，建议拆分成小步骤。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35572" y="2164556"/>
                <a:ext cx="378000" cy="376296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862693" y="1970000"/>
              <a:ext cx="2049326" cy="3669729"/>
              <a:chOff x="2862693" y="1970000"/>
              <a:chExt cx="2049326" cy="3669729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2693" y="1970000"/>
                <a:ext cx="2049326" cy="3669729"/>
              </a:xfrm>
              <a:prstGeom prst="roundRect">
                <a:avLst>
                  <a:gd name="adj" fmla="val 1600"/>
                </a:avLst>
              </a:prstGeom>
              <a:solidFill>
                <a:srgbClr val="2F2F2F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940810" y="2695575"/>
                <a:ext cx="1893092" cy="646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40000"/>
                  </a:lnSpc>
                  <a:defRPr/>
                </a:pPr>
                <a:r>
                  <a:rPr lang="en-US" sz="17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忽略上下文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40810" y="3341904"/>
                <a:ext cx="1893092" cy="22397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对话过长后不及时压缩或清空，会导致它“遗忘”早期内容。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37865" y="2164556"/>
                <a:ext cx="378000" cy="376296"/>
              </a:xfrm>
              <a:prstGeom prst="roundRect">
                <a:avLst>
                  <a:gd name="adj" fmla="val 10458"/>
                </a:avLst>
              </a:prstGeom>
              <a:solidFill>
                <a:srgbClr val="E7B14A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064987" y="1970000"/>
              <a:ext cx="2049326" cy="3669729"/>
              <a:chOff x="5064987" y="1970000"/>
              <a:chExt cx="2049326" cy="3669729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5064987" y="1970000"/>
                <a:ext cx="2049326" cy="3669729"/>
              </a:xfrm>
              <a:prstGeom prst="roundRect">
                <a:avLst>
                  <a:gd name="adj" fmla="val 1600"/>
                </a:avLst>
              </a:prstGeom>
              <a:solidFill>
                <a:srgbClr val="2F2F2F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143104" y="2695575"/>
                <a:ext cx="1893092" cy="646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40000"/>
                  </a:lnSpc>
                  <a:defRPr/>
                </a:pPr>
                <a:r>
                  <a:rPr lang="en-US" sz="17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盲目信任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43104" y="3341904"/>
                <a:ext cx="1893092" cy="22397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必须自己审查生成的代码，特别是安全相关的逻辑，AI并非万无一失。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40159" y="2164556"/>
                <a:ext cx="378000" cy="376296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7267280" y="1970000"/>
              <a:ext cx="2049326" cy="3669729"/>
              <a:chOff x="7267280" y="1970000"/>
              <a:chExt cx="2049326" cy="3669729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7267280" y="1970000"/>
                <a:ext cx="2049326" cy="3669729"/>
              </a:xfrm>
              <a:prstGeom prst="roundRect">
                <a:avLst>
                  <a:gd name="adj" fmla="val 1600"/>
                </a:avLst>
              </a:prstGeom>
              <a:solidFill>
                <a:srgbClr val="2F2F2F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345397" y="2695575"/>
                <a:ext cx="1893092" cy="646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40000"/>
                  </a:lnSpc>
                  <a:defRPr/>
                </a:pPr>
                <a:r>
                  <a:rPr lang="en-US" sz="17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需求模糊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45397" y="3341904"/>
                <a:ext cx="1893092" cy="22397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描述需求时过于模糊，如“帮我优化一下”，不如给出具体性能指标。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42452" y="2164556"/>
                <a:ext cx="378000" cy="376296"/>
              </a:xfrm>
              <a:prstGeom prst="roundRect">
                <a:avLst>
                  <a:gd name="adj" fmla="val 10458"/>
                </a:avLst>
              </a:prstGeom>
              <a:solidFill>
                <a:srgbClr val="E7B14A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9469574" y="1970000"/>
              <a:ext cx="2049326" cy="3669729"/>
              <a:chOff x="9469574" y="1970000"/>
              <a:chExt cx="2049326" cy="3669729"/>
            </a:xfrm>
          </p:grpSpPr>
          <p:sp>
            <p:nvSpPr>
              <p:cNvPr id="26" name="AutoShape 26"/>
              <p:cNvSpPr/>
              <p:nvPr/>
            </p:nvSpPr>
            <p:spPr>
              <a:xfrm>
                <a:off x="9469574" y="1970000"/>
                <a:ext cx="2049326" cy="3669729"/>
              </a:xfrm>
              <a:prstGeom prst="roundRect">
                <a:avLst>
                  <a:gd name="adj" fmla="val 1600"/>
                </a:avLst>
              </a:prstGeom>
              <a:solidFill>
                <a:srgbClr val="2F2F2F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47691" y="2695575"/>
                <a:ext cx="1893092" cy="646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40000"/>
                  </a:lnSpc>
                  <a:defRPr/>
                </a:pPr>
                <a:r>
                  <a:rPr lang="en-US" sz="17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忽视CLAUDE.md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47691" y="3341904"/>
                <a:ext cx="1893092" cy="22397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每次遇到新问题都手动告诉它，不如统一写进`CLAUDE.md`一劳永逸。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44746" y="2164556"/>
                <a:ext cx="378000" cy="376296"/>
              </a:xfrm>
              <a:prstGeom prst="roundRect">
                <a:avLst>
                  <a:gd name="adj" fmla="val 10458"/>
                </a:avLst>
              </a:prstGeom>
              <a:solidFill>
                <a:srgbClr val="6069A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常见踩坑总结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fb86fd-21f8-4575-ab50-a2b98b3b0e6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了解AI局限，从容应对挑战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1" y="2748550"/>
              <a:ext cx="2520122" cy="3385550"/>
              <a:chOff x="660401" y="2748550"/>
              <a:chExt cx="2520122" cy="338555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1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Token用量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1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Token用量与任务复杂度正相关，处理复杂任务时会消耗更多。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08631" y="2748550"/>
                <a:ext cx="1060307" cy="1060307"/>
              </a:xfrm>
              <a:prstGeom prst="ellips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29319" y="2748550"/>
              <a:ext cx="2520122" cy="3385550"/>
              <a:chOff x="3429319" y="2748550"/>
              <a:chExt cx="2520122" cy="338555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429319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压缩上下文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29319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使用`/compact`命令压缩上下文，可以显著减少不必要的Token消耗。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77549" y="2748550"/>
                <a:ext cx="1060307" cy="1060307"/>
              </a:xfrm>
              <a:prstGeom prst="ellips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229856" y="2748550"/>
              <a:ext cx="2520123" cy="3385550"/>
              <a:chOff x="6229856" y="2748550"/>
              <a:chExt cx="2520123" cy="338555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229856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阿里妈妈数黑体"/>
                    <a:ea typeface="阿里妈妈数黑体"/>
                    <a:cs typeface="阿里妈妈数黑体"/>
                  </a:rPr>
                  <a:t>选择合适模型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29857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简单任务使用Haiku模型，复杂任务使用Opus/Sonnet模型，实现成本与效益的平衡。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78087" y="2748550"/>
                <a:ext cx="1060307" cy="1060307"/>
              </a:xfrm>
              <a:prstGeom prst="ellips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998778" y="2748549"/>
              <a:ext cx="2520122" cy="3385550"/>
              <a:chOff x="8998778" y="2748549"/>
              <a:chExt cx="2520122" cy="338555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998778" y="3860799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AI翻车应对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98778" y="4526995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当需求不明确或涉及冷门库时，AI可能会“翻车”。关键代码必须进行人工审查，并保持高水平的测试覆盖。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647009" y="2748549"/>
                <a:ext cx="1014056" cy="1060307"/>
              </a:xfrm>
              <a:prstGeom prst="ellipse">
                <a:avLst/>
              </a:prstGeom>
              <a:solidFill>
                <a:srgbClr val="6069A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成本与风险控制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46890" y="1555477"/>
            <a:ext cx="5149110" cy="193899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问答环节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08000" y="3699163"/>
            <a:ext cx="4758749" cy="9334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预留时间，解答听众疑问，进行深入交流。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89bef3b-ce0f-4a7e-af17-8f5ad98950a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724609"/>
            <a:chOff x="660400" y="1130300"/>
            <a:chExt cx="10858500" cy="472460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72282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问答环节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514583" y="2022526"/>
              <a:ext cx="4496344" cy="3832383"/>
              <a:chOff x="791342" y="2022526"/>
              <a:chExt cx="4496344" cy="383238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823811" y="5495604"/>
                <a:ext cx="1152986" cy="359305"/>
              </a:xfrm>
              <a:prstGeom prst="roundRect">
                <a:avLst>
                  <a:gd name="adj" fmla="val 50000"/>
                </a:avLst>
              </a:prstGeom>
              <a:solidFill>
                <a:srgbClr val="6069A7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3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 rot="0">
                <a:off x="791342" y="2022526"/>
                <a:ext cx="4496344" cy="3430800"/>
                <a:chOff x="791342" y="2022526"/>
                <a:chExt cx="4496344" cy="3430800"/>
              </a:xfrm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791342" y="2022526"/>
                  <a:ext cx="4496344" cy="3430800"/>
                </a:xfrm>
                <a:prstGeom prst="roundRect">
                  <a:avLst>
                    <a:gd name="adj" fmla="val 7320"/>
                  </a:avLst>
                </a:prstGeom>
                <a:solidFill>
                  <a:srgbClr val="778495">
                    <a:alpha val="14901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481809" y="2095081"/>
                  <a:ext cx="3564761" cy="76030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提出疑问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481809" y="2913342"/>
                  <a:ext cx="3564761" cy="240725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现在是提问时间，欢迎大家就今天分享的内容或您在使用过程中遇到的问题进行提问。</a:t>
                  </a:r>
                  <a:endParaRPr lang="en-US" sz="1100"/>
                </a:p>
              </p:txBody>
            </p:sp>
            <p:sp>
              <p:nvSpPr>
                <p:cNvPr id="11" name="AutoShape 11"/>
                <p:cNvSpPr/>
                <p:nvPr/>
              </p:nvSpPr>
              <p:spPr>
                <a:xfrm>
                  <a:off x="892990" y="2392919"/>
                  <a:ext cx="520426" cy="520423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1044391" y="2520664"/>
                  <a:ext cx="217625" cy="264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533400">
                      <a:moveTo>
                        <a:pt x="283816" y="621"/>
                      </a:moveTo>
                      <a:cubicBezTo>
                        <a:pt x="284578" y="621"/>
                        <a:pt x="285340" y="621"/>
                        <a:pt x="286102" y="716"/>
                      </a:cubicBezTo>
                      <a:lnTo>
                        <a:pt x="286102" y="124446"/>
                      </a:lnTo>
                      <a:lnTo>
                        <a:pt x="286197" y="126160"/>
                      </a:lnTo>
                      <a:cubicBezTo>
                        <a:pt x="287055" y="141115"/>
                        <a:pt x="299532" y="153021"/>
                        <a:pt x="314677" y="153021"/>
                      </a:cubicBezTo>
                      <a:lnTo>
                        <a:pt x="314677" y="153021"/>
                      </a:lnTo>
                      <a:lnTo>
                        <a:pt x="438407" y="153021"/>
                      </a:lnTo>
                      <a:cubicBezTo>
                        <a:pt x="438502" y="153783"/>
                        <a:pt x="438502" y="154545"/>
                        <a:pt x="438502" y="155307"/>
                      </a:cubicBezTo>
                      <a:lnTo>
                        <a:pt x="438502" y="505446"/>
                      </a:lnTo>
                      <a:cubicBezTo>
                        <a:pt x="438502" y="521257"/>
                        <a:pt x="425739" y="534021"/>
                        <a:pt x="409927" y="534021"/>
                      </a:cubicBezTo>
                      <a:lnTo>
                        <a:pt x="28927" y="534021"/>
                      </a:lnTo>
                      <a:cubicBezTo>
                        <a:pt x="13115" y="534021"/>
                        <a:pt x="352" y="521257"/>
                        <a:pt x="352" y="505446"/>
                      </a:cubicBezTo>
                      <a:lnTo>
                        <a:pt x="352" y="29196"/>
                      </a:lnTo>
                      <a:cubicBezTo>
                        <a:pt x="352" y="13385"/>
                        <a:pt x="13115" y="621"/>
                        <a:pt x="28927" y="621"/>
                      </a:cubicBezTo>
                      <a:lnTo>
                        <a:pt x="283816" y="621"/>
                      </a:lnTo>
                      <a:close/>
                      <a:moveTo>
                        <a:pt x="248002" y="200646"/>
                      </a:moveTo>
                      <a:lnTo>
                        <a:pt x="152752" y="200646"/>
                      </a:lnTo>
                      <a:lnTo>
                        <a:pt x="152752" y="410196"/>
                      </a:lnTo>
                      <a:lnTo>
                        <a:pt x="171802" y="410196"/>
                      </a:lnTo>
                      <a:lnTo>
                        <a:pt x="171802" y="314946"/>
                      </a:lnTo>
                      <a:lnTo>
                        <a:pt x="248002" y="314946"/>
                      </a:lnTo>
                      <a:lnTo>
                        <a:pt x="250098" y="314946"/>
                      </a:lnTo>
                      <a:cubicBezTo>
                        <a:pt x="280673" y="313803"/>
                        <a:pt x="305152" y="288657"/>
                        <a:pt x="305152" y="257796"/>
                      </a:cubicBezTo>
                      <a:cubicBezTo>
                        <a:pt x="305152" y="226268"/>
                        <a:pt x="279530" y="200646"/>
                        <a:pt x="248002" y="200646"/>
                      </a:cubicBezTo>
                      <a:lnTo>
                        <a:pt x="248002" y="200646"/>
                      </a:lnTo>
                      <a:close/>
                      <a:moveTo>
                        <a:pt x="248002" y="219696"/>
                      </a:moveTo>
                      <a:cubicBezTo>
                        <a:pt x="269052" y="219696"/>
                        <a:pt x="286102" y="236746"/>
                        <a:pt x="286102" y="257796"/>
                      </a:cubicBezTo>
                      <a:cubicBezTo>
                        <a:pt x="286102" y="278846"/>
                        <a:pt x="269052" y="295896"/>
                        <a:pt x="248002" y="295896"/>
                      </a:cubicBezTo>
                      <a:lnTo>
                        <a:pt x="248002" y="295896"/>
                      </a:lnTo>
                      <a:lnTo>
                        <a:pt x="171802" y="295896"/>
                      </a:lnTo>
                      <a:lnTo>
                        <a:pt x="171802" y="219696"/>
                      </a:lnTo>
                      <a:lnTo>
                        <a:pt x="248002" y="219696"/>
                      </a:lnTo>
                      <a:close/>
                      <a:moveTo>
                        <a:pt x="428977" y="133971"/>
                      </a:moveTo>
                      <a:lnTo>
                        <a:pt x="314677" y="133971"/>
                      </a:lnTo>
                      <a:lnTo>
                        <a:pt x="313534" y="133876"/>
                      </a:lnTo>
                      <a:cubicBezTo>
                        <a:pt x="308772" y="133304"/>
                        <a:pt x="305152" y="129304"/>
                        <a:pt x="305152" y="124446"/>
                      </a:cubicBezTo>
                      <a:lnTo>
                        <a:pt x="305152" y="124446"/>
                      </a:lnTo>
                      <a:lnTo>
                        <a:pt x="305152" y="10146"/>
                      </a:lnTo>
                      <a:lnTo>
                        <a:pt x="428977" y="133971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headEnd type="none"/>
                  <a:tailEnd type="none"/>
                </a:ln>
              </p:spPr>
            </p:sp>
          </p:grpSp>
        </p:grpSp>
        <p:grpSp>
          <p:nvGrpSpPr>
            <p:cNvPr id="13" name="Group 13"/>
            <p:cNvGrpSpPr/>
            <p:nvPr/>
          </p:nvGrpSpPr>
          <p:grpSpPr>
            <a:xfrm rot="0">
              <a:off x="6181073" y="2022526"/>
              <a:ext cx="4496344" cy="3832383"/>
              <a:chOff x="4369313" y="2022526"/>
              <a:chExt cx="4496344" cy="383238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401783" y="5495604"/>
                <a:ext cx="1152986" cy="359305"/>
              </a:xfrm>
              <a:prstGeom prst="roundRect">
                <a:avLst>
                  <a:gd name="adj" fmla="val 50000"/>
                </a:avLst>
              </a:prstGeom>
              <a:solidFill>
                <a:srgbClr val="E7B14A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3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 rot="0">
                <a:off x="4369313" y="2022526"/>
                <a:ext cx="4496344" cy="3430800"/>
                <a:chOff x="4369313" y="2022526"/>
                <a:chExt cx="4496344" cy="3430800"/>
              </a:xfrm>
            </p:grpSpPr>
            <p:sp>
              <p:nvSpPr>
                <p:cNvPr id="16" name="AutoShape 16"/>
                <p:cNvSpPr/>
                <p:nvPr/>
              </p:nvSpPr>
              <p:spPr>
                <a:xfrm>
                  <a:off x="4369313" y="2022526"/>
                  <a:ext cx="4496344" cy="3430800"/>
                </a:xfrm>
                <a:prstGeom prst="roundRect">
                  <a:avLst>
                    <a:gd name="adj" fmla="val 7320"/>
                  </a:avLst>
                </a:prstGeom>
                <a:solidFill>
                  <a:srgbClr val="778495">
                    <a:alpha val="14901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4470961" y="2392919"/>
                  <a:ext cx="520426" cy="520423"/>
                </a:xfrm>
                <a:prstGeom prst="ellipse">
                  <a:avLst/>
                </a:prstGeom>
                <a:solidFill>
                  <a:srgbClr val="E7B14A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4610757" y="2571025"/>
                  <a:ext cx="240824" cy="191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headEnd type="none"/>
                  <a:tailEnd type="none"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059780" y="2095081"/>
                  <a:ext cx="3564761" cy="76030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深入交流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059780" y="2913342"/>
                  <a:ext cx="3564761" cy="240725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我们可以一起探讨Claude Code更深层次的用法，以及如何将其更好地融入我们的开发流程中。</a:t>
                  </a:r>
                  <a:endParaRPr lang="en-US" sz="1100"/>
                </a:p>
              </p:txBody>
            </p:sp>
          </p:grp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Average"/>
                <a:ea typeface="Average"/>
                <a:cs typeface="Average"/>
              </a:rPr>
              <a:t>Q&amp;A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b04178a-601a-41f0-b6b1-51bc29909f5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927600"/>
            <a:chOff x="660400" y="1130300"/>
            <a:chExt cx="10858500" cy="49276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7620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阿里妈妈数黑体"/>
                  <a:ea typeface="阿里妈妈数黑体"/>
                  <a:cs typeface="阿里妈妈数黑体"/>
                </a:rPr>
                <a:t>结束语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311986" y="2492669"/>
              <a:ext cx="4559690" cy="3565231"/>
              <a:chOff x="-734164" y="2492669"/>
              <a:chExt cx="4559690" cy="3565231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-734164" y="3746500"/>
                <a:ext cx="4559690" cy="2311400"/>
                <a:chOff x="-734164" y="3822700"/>
                <a:chExt cx="4559690" cy="2311400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-734164" y="4584714"/>
                  <a:ext cx="4559690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感谢大家的参与和聆听，希望今天的分享能对大家有所帮助。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-734164" y="3822700"/>
                  <a:ext cx="4559690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1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感谢聆听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 rot="0">
                <a:off x="1210828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10" name="AutoShape 10"/>
                <p:cNvSpPr/>
                <p:nvPr/>
              </p:nv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78495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6069A7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2" name="Group 12"/>
            <p:cNvGrpSpPr/>
            <p:nvPr/>
          </p:nvGrpSpPr>
          <p:grpSpPr>
            <a:xfrm rot="0">
              <a:off x="6294924" y="2492669"/>
              <a:ext cx="4559690" cy="3565231"/>
              <a:chOff x="1083424" y="2492669"/>
              <a:chExt cx="4559690" cy="3565231"/>
            </a:xfrm>
          </p:grpSpPr>
          <p:grpSp>
            <p:nvGrpSpPr>
              <p:cNvPr id="13" name="Group 13"/>
              <p:cNvGrpSpPr/>
              <p:nvPr/>
            </p:nvGrpSpPr>
            <p:grpSpPr>
              <a:xfrm rot="0">
                <a:off x="1083424" y="3746500"/>
                <a:ext cx="4559690" cy="2311400"/>
                <a:chOff x="1083424" y="3822700"/>
                <a:chExt cx="4559690" cy="2311400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1083424" y="4584714"/>
                  <a:ext cx="4559690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让我们一起探索AI编程的更多可能性，共同提升开发效率和代码质量。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083424" y="3822700"/>
                  <a:ext cx="4559690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1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阿里妈妈数黑体"/>
                      <a:ea typeface="阿里妈妈数黑体"/>
                      <a:cs typeface="阿里妈妈数黑体"/>
                    </a:rPr>
                    <a:t>共同进步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rot="0">
                <a:off x="3027677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17" name="AutoShape 17"/>
                <p:cNvSpPr/>
                <p:nvPr/>
              </p:nv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78495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E7B14A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6618" y="1108420"/>
            <a:ext cx="5076617" cy="246221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0" rIns="91440" bIns="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b="1" i="0">
                <a:solidFill>
                  <a:srgbClr val="6069A7">
                    <a:alpha val="100000"/>
                  </a:srgbClr>
                </a:solidFill>
                <a:latin typeface="阿里妈妈数黑体"/>
                <a:ea typeface="阿里妈妈数黑体"/>
                <a:cs typeface="阿里妈妈数黑体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082180" y="3960000"/>
            <a:ext cx="1559172" cy="384564"/>
          </a:xfrm>
          <a:prstGeom prst="roundRect">
            <a:avLst/>
          </a:prstGeom>
          <a:solidFill>
            <a:srgbClr val="6069A7">
              <a:alpha val="100000"/>
            </a:srgbClr>
          </a:solidFill>
          <a:ln>
            <a:headEnd type="none"/>
            <a:tailEnd type="none"/>
          </a:ln>
        </p:spPr>
        <p:txBody>
          <a:bodyPr vert="horz" wrap="none" lIns="91440" tIns="36000" rIns="91440" bIns="3600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1" i="0">
                <a:solidFill>
                  <a:srgbClr val="6069A7">
                    <a:alpha val="100000"/>
                    <a:lumMod val="20000"/>
                    <a:lumOff val="8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369237" y="327967"/>
            <a:ext cx="1335622" cy="3475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36000" rIns="91440" bIns="3600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1" i="0">
                <a:solidFill>
                  <a:srgbClr val="2F2F2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067ffbf-e27d-43e4-92e1-2318147dd6d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5127</Words>
  <Application>润文档 演示</Application>
  <PresentationFormat>On-screen Show (4:3)</PresentationFormat>
  <Paragraphs>524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宋体</vt:lpstr>
      <vt:lpstr>Wingdings</vt:lpstr>
      <vt:lpstr>Average</vt:lpstr>
      <vt:lpstr>Segoe Print</vt:lpstr>
      <vt:lpstr>思源黑体 CN Regular</vt:lpstr>
      <vt:lpstr>阿里妈妈数黑体</vt:lpstr>
      <vt:lpstr>Arial</vt:lpstr>
      <vt:lpstr>Calibri</vt:lpstr>
      <vt:lpstr>黑体</vt:lpstr>
      <vt:lpstr>微软雅黑</vt:lpstr>
      <vt:lpstr>Arial Unicode MS</vt:lpstr>
      <vt:lpstr>3067ffbf-e27d-43e4-92e1-2318147dd6d2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JINDINGFENG</cp:lastModifiedBy>
  <cp:revision>11</cp:revision>
  <dcterms:created xsi:type="dcterms:W3CDTF">2006-08-16T00:00:00Z</dcterms:created>
  <dcterms:modified xsi:type="dcterms:W3CDTF">2026-04-15T03:00:23Z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1C8756635D9941118919EB34314168F9_13</vt:lpwstr>
  </property>
  <property fmtid="{D5CDD505-2E9C-101B-9397-08002B2CF9AE}" pid="3" name="KSOProductBuildVer">
    <vt:lpwstr>2052-12.8.2.21215</vt:lpwstr>
  </property>
</Properties>
</file>